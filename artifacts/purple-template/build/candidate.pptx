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f6d034b8e46c5" /><Relationship Type="http://schemas.openxmlformats.org/officeDocument/2006/relationships/extended-properties" Target="/docProps/app.xml" Id="R46a730880de34107" /><Relationship Type="http://schemas.openxmlformats.org/officeDocument/2006/relationships/officeDocument" Target="/ppt/presentation.xml" Id="R3ce5a85fc517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7fb12b036e48e9"/>
  </p:sldMasterIdLst>
  <p:notesMasterIdLst>
    <p:notesMasterId xmlns:r="http://schemas.openxmlformats.org/officeDocument/2006/relationships" r:id="R3a9b19235c1e4e54"/>
  </p:notesMasterIdLst>
  <p:sldIdLst>
    <p:sldId xmlns:r="http://schemas.openxmlformats.org/officeDocument/2006/relationships" id="256" r:id="Rcee1a4ecbf9645a6"/>
    <p:sldId xmlns:r="http://schemas.openxmlformats.org/officeDocument/2006/relationships" id="257" r:id="R25bbcb553baf44af"/>
    <p:sldId xmlns:r="http://schemas.openxmlformats.org/officeDocument/2006/relationships" id="258" r:id="Rac623bed5ef6456b"/>
    <p:sldId xmlns:r="http://schemas.openxmlformats.org/officeDocument/2006/relationships" id="259" r:id="R584ef7c18cca455f"/>
    <p:sldId xmlns:r="http://schemas.openxmlformats.org/officeDocument/2006/relationships" id="260" r:id="R42ae37f1137a49df"/>
    <p:sldId xmlns:r="http://schemas.openxmlformats.org/officeDocument/2006/relationships" id="261" r:id="R9484736ef94f4cb8"/>
    <p:sldId xmlns:r="http://schemas.openxmlformats.org/officeDocument/2006/relationships" id="262" r:id="R7c222634e1f94d89"/>
    <p:sldId xmlns:r="http://schemas.openxmlformats.org/officeDocument/2006/relationships" id="263" r:id="R02b1695feb294ff3"/>
    <p:sldId xmlns:r="http://schemas.openxmlformats.org/officeDocument/2006/relationships" id="264" r:id="R6fb6ceca4b4844a4"/>
    <p:sldId xmlns:r="http://schemas.openxmlformats.org/officeDocument/2006/relationships" id="265" r:id="Rd244d4e28c4f4079"/>
    <p:sldId xmlns:r="http://schemas.openxmlformats.org/officeDocument/2006/relationships" id="266" r:id="R0eeae3acd12044f0"/>
    <p:sldId xmlns:r="http://schemas.openxmlformats.org/officeDocument/2006/relationships" id="267" r:id="Rea4c6af87693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3d7a6a438747cf" /><Relationship Type="http://schemas.openxmlformats.org/officeDocument/2006/relationships/slideMaster" Target="/ppt/slideMasters/slideMaster1.xml" Id="R4a7fb12b036e48e9" /><Relationship Type="http://schemas.openxmlformats.org/officeDocument/2006/relationships/notesMaster" Target="/ppt/notesMasters/notesMaster1.xml" Id="R3a9b19235c1e4e54" /><Relationship Type="http://schemas.openxmlformats.org/officeDocument/2006/relationships/presProps" Target="/ppt/presProps.xml" Id="Raf80b664bc084c0a" /><Relationship Type="http://schemas.openxmlformats.org/officeDocument/2006/relationships/tableStyles" Target="/ppt/tableStyles.xml" Id="Rfca74a2c86294459" /><Relationship Type="http://schemas.openxmlformats.org/officeDocument/2006/relationships/slide" Target="/ppt/slides/slide1.xml" Id="Rcee1a4ecbf9645a6" /><Relationship Type="http://schemas.openxmlformats.org/officeDocument/2006/relationships/slide" Target="/ppt/slides/slide2.xml" Id="R25bbcb553baf44af" /><Relationship Type="http://schemas.openxmlformats.org/officeDocument/2006/relationships/slide" Target="/ppt/slides/slide3.xml" Id="Rac623bed5ef6456b" /><Relationship Type="http://schemas.openxmlformats.org/officeDocument/2006/relationships/slide" Target="/ppt/slides/slide4.xml" Id="R584ef7c18cca455f" /><Relationship Type="http://schemas.openxmlformats.org/officeDocument/2006/relationships/slide" Target="/ppt/slides/slide5.xml" Id="R42ae37f1137a49df" /><Relationship Type="http://schemas.openxmlformats.org/officeDocument/2006/relationships/slide" Target="/ppt/slides/slide6.xml" Id="R9484736ef94f4cb8" /><Relationship Type="http://schemas.openxmlformats.org/officeDocument/2006/relationships/slide" Target="/ppt/slides/slide7.xml" Id="R7c222634e1f94d89" /><Relationship Type="http://schemas.openxmlformats.org/officeDocument/2006/relationships/slide" Target="/ppt/slides/slide8.xml" Id="R02b1695feb294ff3" /><Relationship Type="http://schemas.openxmlformats.org/officeDocument/2006/relationships/slide" Target="/ppt/slides/slide9.xml" Id="R6fb6ceca4b4844a4" /><Relationship Type="http://schemas.openxmlformats.org/officeDocument/2006/relationships/slide" Target="/ppt/slides/slide10.xml" Id="Rd244d4e28c4f4079" /><Relationship Type="http://schemas.openxmlformats.org/officeDocument/2006/relationships/slide" Target="/ppt/slides/slide11.xml" Id="R0eeae3acd12044f0" /><Relationship Type="http://schemas.openxmlformats.org/officeDocument/2006/relationships/slide" Target="/ppt/slides/slide12.xml" Id="Rea4c6af87693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a58beb8877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054aa6d904cf3" /><Relationship Type="http://schemas.openxmlformats.org/officeDocument/2006/relationships/notesMaster" Target="/ppt/notesMasters/notesMaster1.xml" Id="R74ad05054bfd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cad6778cd4418" /><Relationship Type="http://schemas.openxmlformats.org/officeDocument/2006/relationships/notesMaster" Target="/ppt/notesMasters/notesMaster1.xml" Id="Rd2cce3ca07ce45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3608965ed04ec6" /><Relationship Type="http://schemas.openxmlformats.org/officeDocument/2006/relationships/notesMaster" Target="/ppt/notesMasters/notesMaster1.xml" Id="R5950199f3a54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c0ff023e8242bf" /><Relationship Type="http://schemas.openxmlformats.org/officeDocument/2006/relationships/notesMaster" Target="/ppt/notesMasters/notesMaster1.xml" Id="R1bbb0471da2b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090eb296e64ad4" /><Relationship Type="http://schemas.openxmlformats.org/officeDocument/2006/relationships/notesMaster" Target="/ppt/notesMasters/notesMaster1.xml" Id="Rdfe86b55a8e841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ce54e1c72c4ada" /><Relationship Type="http://schemas.openxmlformats.org/officeDocument/2006/relationships/notesMaster" Target="/ppt/notesMasters/notesMaster1.xml" Id="R9521e375d9f441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76cedf74834e16" /><Relationship Type="http://schemas.openxmlformats.org/officeDocument/2006/relationships/notesMaster" Target="/ppt/notesMasters/notesMaster1.xml" Id="R6c6563cabc6844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d28a27d93745ae" /><Relationship Type="http://schemas.openxmlformats.org/officeDocument/2006/relationships/notesMaster" Target="/ppt/notesMasters/notesMaster1.xml" Id="R50e831ef55274a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31c1bcd4a4690" /><Relationship Type="http://schemas.openxmlformats.org/officeDocument/2006/relationships/notesMaster" Target="/ppt/notesMasters/notesMaster1.xml" Id="Rca89d65426ef4a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759abf5df4866" /><Relationship Type="http://schemas.openxmlformats.org/officeDocument/2006/relationships/notesMaster" Target="/ppt/notesMasters/notesMaster1.xml" Id="Re16c5642ca6f49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f150aea6ed44de" /><Relationship Type="http://schemas.openxmlformats.org/officeDocument/2006/relationships/notesMaster" Target="/ppt/notesMasters/notesMaster1.xml" Id="Rc64f415119f84b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9cb6f9fbe64490" /><Relationship Type="http://schemas.openxmlformats.org/officeDocument/2006/relationships/notesMaster" Target="/ppt/notesMasters/notesMaster1.xml" Id="Rd148f9e26a11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レイアウト：表紙。タイトルは2～3行、副題は1行。氏名・所属・日付を更新してください。添付の研究テーマを見本として使用しています。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レイアウト：章扉。話題が切り替わる位置に配置します。章番号、章タイトル、章で扱う内容を差し替えます。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レイアウト：1メッセージ。中央の結論は2行まで。根拠は左右に短く分けて配置します。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レイアウト：3枚のカード。各見出しは短く、説明は2行以内にします。カードの幅と余白を揃えてください。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レイアウト：4段階のプロセス。研究の実験工程にも使用できます。ノードとコネクタは編集可能です。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レイアウト：左右の比較。変異前後、正規化前後などに使えます。同じ観点を同じ高さに揃えます。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レイアウト：構成図。左は入力、中央は処理、右は出力。実際の接続条件や境界に合わせて見出し・線を変更してください。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レイアウト：KPI。XXは数値用プレースホルダーです。実測値、単位、対象期間を更新してください。結果を捏造せず、未測定なら未測定と記載します。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レイアウト：編集可能な棒グラフ。表示値60・40・70は書式確認用の架空データです。実験結果ではありません。PowerPointの「データの編集」からカテゴリ・値を変更します。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レイアウト：ロードマップ。月・期間と作業内容を差し替えます。紫は現在または重点期間です。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レイアウト：まとめ。結論は1文、相談事項は2点程度。最後に次の行動や質問を具体的に示します。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ガイドは発表前に削除してください。必要なスライドを複製し、見本文字を置換します。タイトルや本文を短くし、図解を大きく保ちます。研究テーマの30枚分の本文を作成した資料ではなく、汎用レイアウト集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102540c25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de68edc4f4c22" /><Relationship Type="http://schemas.openxmlformats.org/officeDocument/2006/relationships/slideLayout" Target="/ppt/slideLayouts/slideLayout1.xml" Id="R0a227820461e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227820461e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981882f04481b" /><Relationship Type="http://schemas.openxmlformats.org/officeDocument/2006/relationships/notesSlide" Target="/ppt/notesSlides/notesSlide1.xml" Id="Rd04ae6ed767c4b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d669da7604837" /><Relationship Type="http://schemas.openxmlformats.org/officeDocument/2006/relationships/notesSlide" Target="/ppt/notesSlides/notesSlide2.xml" Id="R15a96fdaa809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409bea144287" /><Relationship Type="http://schemas.openxmlformats.org/officeDocument/2006/relationships/notesSlide" Target="/ppt/notesSlides/notesSlide3.xml" Id="R648762cf70ba40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2939841543ea" /><Relationship Type="http://schemas.openxmlformats.org/officeDocument/2006/relationships/notesSlide" Target="/ppt/notesSlides/notesSlide4.xml" Id="Re376a42f36a4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b3561d6c84aac" /><Relationship Type="http://schemas.openxmlformats.org/officeDocument/2006/relationships/notesSlide" Target="/ppt/notesSlides/notesSlide5.xml" Id="R470a14f4e7be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ca4adc8fc4db1" /><Relationship Type="http://schemas.openxmlformats.org/officeDocument/2006/relationships/notesSlide" Target="/ppt/notesSlides/notesSlide6.xml" Id="Rf390bb056d614b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e63ccd5a49d9" /><Relationship Type="http://schemas.openxmlformats.org/officeDocument/2006/relationships/notesSlide" Target="/ppt/notesSlides/notesSlide7.xml" Id="Rf4ab9a4c0fbf46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0cea3264c49a6" /><Relationship Type="http://schemas.openxmlformats.org/officeDocument/2006/relationships/notesSlide" Target="/ppt/notesSlides/notesSlide8.xml" Id="Rbabb298f72d442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182eb75c4e87" /><Relationship Type="http://schemas.openxmlformats.org/officeDocument/2006/relationships/chart" Target="/ppt/slides/charts/chart1.xml" Id="R20ad48ba0fd64bb4" /><Relationship Type="http://schemas.openxmlformats.org/officeDocument/2006/relationships/notesSlide" Target="/ppt/notesSlides/notesSlide9.xml" Id="R2ec59046cd7345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6d05461714a60" /><Relationship Type="http://schemas.openxmlformats.org/officeDocument/2006/relationships/notesSlide" Target="/ppt/notesSlides/notesSlide10.xml" Id="R2358daf22b9d46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a03ae3ff64324" /><Relationship Type="http://schemas.openxmlformats.org/officeDocument/2006/relationships/notesSlide" Target="/ppt/notesSlides/notesSlide11.xml" Id="Re2a3e2ce364645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17fdb9584000" /><Relationship Type="http://schemas.openxmlformats.org/officeDocument/2006/relationships/notesSlide" Target="/ppt/notesSlides/notesSlide12.xml" Id="R4641cb3ec6a248b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サンプル値</c:v>
          </c:tx>
          <c:spPr>
            <a:solidFill xmlns:a="http://schemas.openxmlformats.org/drawingml/2006/main">
              <a:srgbClr val="7352B9"/>
            </a:solidFill>
          </c:spPr>
          <c:cat>
            <c:strLit>
              <c:ptCount val="3"/>
              <c:pt idx="0">
                <c:v>条件 A</c:v>
              </c:pt>
              <c:pt idx="1">
                <c:v>条件 B</c:v>
              </c:pt>
              <c:pt idx="2">
                <c:v>条件 C</c:v>
              </c:pt>
            </c:strLit>
          </c:cat>
          <c:val>
            <c:numLit>
              <c:formatCode>0</c:formatCode>
              <c:ptCount val="3"/>
              <c:pt idx="0">
                <c:v>60</c:v>
              </c:pt>
              <c:pt idx="1">
                <c:v>40</c:v>
              </c:pt>
              <c:pt idx="2">
                <c:v>70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5232B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1">
            <a:extLst xmlns:a="http://schemas.openxmlformats.org/drawingml/2006/main">
              <a:ext uri="{FF2B5EF4-FFF2-40B4-BE49-F238E27FC236}">
                <a16:creationId xmlns:a16="http://schemas.microsoft.com/office/drawing/2014/main" id="{6DA925B4-5ECE-4691-9883-40B0B9E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F168C53F-4AB2-45EA-B6AE-3D16566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E5A4A67B-39BC-4D81-A597-F4C17E5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難読化されたWebAssembly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クリプトジャッキングの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検知耐性評価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CFD5D4EE-035C-43E0-8B83-504BF3ED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wasm-mutateによるバイナリ多様化とコード正規化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F63FD388-A3E3-4056-B9AF-C9E3E86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B647B10F-53A8-438F-ACFE-B1DC412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氏名 / 所属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4D1BDE5F-D0F2-48B4-BE84-58AD63A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245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YYYY.MM.DD</a:t>
            </a:r>
          </a:p>
        </p:txBody>
      </p:sp>
    </p:spTree>
    <p:extLst>
      <p:ext uri="{BB962C8B-B14F-4D97-AF65-F5344CB8AC3E}">
        <p14:creationId xmlns:p14="http://schemas.microsoft.com/office/powerpoint/2010/main" val="277063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8">
            <a:extLst xmlns:a="http://schemas.openxmlformats.org/drawingml/2006/main">
              <a:ext uri="{FF2B5EF4-FFF2-40B4-BE49-F238E27FC236}">
                <a16:creationId xmlns:a16="http://schemas.microsoft.com/office/drawing/2014/main" id="{D8573315-A761-4F6C-8C2D-F34D894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" name="shape-9">
            <a:extLst xmlns:a="http://schemas.openxmlformats.org/drawingml/2006/main">
              <a:ext uri="{FF2B5EF4-FFF2-40B4-BE49-F238E27FC236}">
                <a16:creationId xmlns:a16="http://schemas.microsoft.com/office/drawing/2014/main" id="{B6C3F16D-8D5C-4C34-9AEF-0D5D4EC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66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shape-10">
            <a:extLst xmlns:a="http://schemas.openxmlformats.org/drawingml/2006/main">
              <a:ext uri="{FF2B5EF4-FFF2-40B4-BE49-F238E27FC236}">
                <a16:creationId xmlns:a16="http://schemas.microsoft.com/office/drawing/2014/main" id="{038BE664-6DA1-4835-8A6D-B86E098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章タイトル</a:t>
            </a:r>
          </a:p>
        </p:txBody>
      </p:sp>
      <p:sp>
        <p:nvSpPr>
          <p:cNvPr id="4" name="shape-11">
            <a:extLst xmlns:a="http://schemas.openxmlformats.org/drawingml/2006/main">
              <a:ext uri="{FF2B5EF4-FFF2-40B4-BE49-F238E27FC236}">
                <a16:creationId xmlns:a16="http://schemas.microsoft.com/office/drawing/2014/main" id="{2C91DC66-24FC-48F8-A189-666518E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この章で伝えることを、ひと言で</a:t>
            </a:r>
          </a:p>
        </p:txBody>
      </p:sp>
      <p:sp>
        <p:nvSpPr>
          <p:cNvPr id="5" name="shape-12">
            <a:extLst xmlns:a="http://schemas.openxmlformats.org/drawingml/2006/main">
              <a:ext uri="{FF2B5EF4-FFF2-40B4-BE49-F238E27FC236}">
                <a16:creationId xmlns:a16="http://schemas.microsoft.com/office/drawing/2014/main" id="{D706D38E-1183-4087-AF4C-A511EEF4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25861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">
            <a:extLst xmlns:a="http://schemas.openxmlformats.org/drawingml/2006/main">
              <a:ext uri="{FF2B5EF4-FFF2-40B4-BE49-F238E27FC236}">
                <a16:creationId xmlns:a16="http://schemas.microsoft.com/office/drawing/2014/main" id="{8F2C38A0-BD5D-4609-9024-380A8B54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結論をひと言で</a:t>
            </a:r>
          </a:p>
        </p:txBody>
      </p:sp>
      <p:sp>
        <p:nvSpPr>
          <p:cNvPr id="2" name="shape-14">
            <a:extLst xmlns:a="http://schemas.openxmlformats.org/drawingml/2006/main">
              <a:ext uri="{FF2B5EF4-FFF2-40B4-BE49-F238E27FC236}">
                <a16:creationId xmlns:a16="http://schemas.microsoft.com/office/drawing/2014/main" id="{6C1406A1-DAA4-4DF9-8815-A74AFEC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5">
            <a:extLst xmlns:a="http://schemas.openxmlformats.org/drawingml/2006/main">
              <a:ext uri="{FF2B5EF4-FFF2-40B4-BE49-F238E27FC236}">
                <a16:creationId xmlns:a16="http://schemas.microsoft.com/office/drawing/2014/main" id="{F73DD7C3-921A-4B31-AB1B-3400D055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shape-16">
            <a:extLst xmlns:a="http://schemas.openxmlformats.org/drawingml/2006/main">
              <a:ext uri="{FF2B5EF4-FFF2-40B4-BE49-F238E27FC236}">
                <a16:creationId xmlns:a16="http://schemas.microsoft.com/office/drawing/2014/main" id="{F8613850-3498-44B7-87AA-D180E5B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7">
            <a:extLst xmlns:a="http://schemas.openxmlformats.org/drawingml/2006/main">
              <a:ext uri="{FF2B5EF4-FFF2-40B4-BE49-F238E27FC236}">
                <a16:creationId xmlns:a16="http://schemas.microsoft.com/office/drawing/2014/main" id="{CB5A303F-84A8-4433-A37F-047CF50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0058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最も伝えたいメッセージを</a:t>
            </a:r>
          </a:p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ここに記入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95E1F48D-C3BE-4598-8639-09CC5B5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01</a:t>
            </a:r>
          </a:p>
        </p:txBody>
      </p:sp>
      <p:sp>
        <p:nvSpPr>
          <p:cNvPr id="7" name="shape-19">
            <a:extLst xmlns:a="http://schemas.openxmlformats.org/drawingml/2006/main">
              <a:ext uri="{FF2B5EF4-FFF2-40B4-BE49-F238E27FC236}">
                <a16:creationId xmlns:a16="http://schemas.microsoft.com/office/drawing/2014/main" id="{68547388-08F4-4D85-8A95-33545C5B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結論を支える事実を短く</a:t>
            </a:r>
          </a:p>
        </p:txBody>
      </p:sp>
      <p:sp>
        <p:nvSpPr>
          <p:cNvPr id="8" name="shape-20">
            <a:extLst xmlns:a="http://schemas.openxmlformats.org/drawingml/2006/main">
              <a:ext uri="{FF2B5EF4-FFF2-40B4-BE49-F238E27FC236}">
                <a16:creationId xmlns:a16="http://schemas.microsoft.com/office/drawing/2014/main" id="{EA45FEF1-DA69-44A7-B08A-1C7AE4AA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02</a:t>
            </a:r>
          </a:p>
        </p:txBody>
      </p:sp>
      <p:sp>
        <p:nvSpPr>
          <p:cNvPr id="9" name="shape-21">
            <a:extLst xmlns:a="http://schemas.openxmlformats.org/drawingml/2006/main">
              <a:ext uri="{FF2B5EF4-FFF2-40B4-BE49-F238E27FC236}">
                <a16:creationId xmlns:a16="http://schemas.microsoft.com/office/drawing/2014/main" id="{4A09BDD7-7173-4D70-BE2A-F9DA7A58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比較・観察結果をひと言で</a:t>
            </a:r>
          </a:p>
        </p:txBody>
      </p:sp>
    </p:spTree>
    <p:extLst>
      <p:ext uri="{BB962C8B-B14F-4D97-AF65-F5344CB8AC3E}">
        <p14:creationId xmlns:p14="http://schemas.microsoft.com/office/powerpoint/2010/main" val="374642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22">
            <a:extLst xmlns:a="http://schemas.openxmlformats.org/drawingml/2006/main">
              <a:ext uri="{FF2B5EF4-FFF2-40B4-BE49-F238E27FC236}">
                <a16:creationId xmlns:a16="http://schemas.microsoft.com/office/drawing/2014/main" id="{0554EAB5-B22F-4D0E-BE2F-0837C5D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重要なポイント</a:t>
            </a:r>
          </a:p>
        </p:txBody>
      </p:sp>
      <p:sp>
        <p:nvSpPr>
          <p:cNvPr id="2" name="shape-23">
            <a:extLst xmlns:a="http://schemas.openxmlformats.org/drawingml/2006/main">
              <a:ext uri="{FF2B5EF4-FFF2-40B4-BE49-F238E27FC236}">
                <a16:creationId xmlns:a16="http://schemas.microsoft.com/office/drawing/2014/main" id="{2C217DC9-6F31-4B0F-96CD-01FBAA5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24">
            <a:extLst xmlns:a="http://schemas.openxmlformats.org/drawingml/2006/main">
              <a:ext uri="{FF2B5EF4-FFF2-40B4-BE49-F238E27FC236}">
                <a16:creationId xmlns:a16="http://schemas.microsoft.com/office/drawing/2014/main" id="{E99991D3-C214-4609-862A-6A6800D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shape-25">
            <a:extLst xmlns:a="http://schemas.openxmlformats.org/drawingml/2006/main">
              <a:ext uri="{FF2B5EF4-FFF2-40B4-BE49-F238E27FC236}">
                <a16:creationId xmlns:a16="http://schemas.microsoft.com/office/drawing/2014/main" id="{5AEFE016-B023-42C6-91B6-74BFCA86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26">
            <a:extLst xmlns:a="http://schemas.openxmlformats.org/drawingml/2006/main">
              <a:ext uri="{FF2B5EF4-FFF2-40B4-BE49-F238E27FC236}">
                <a16:creationId xmlns:a16="http://schemas.microsoft.com/office/drawing/2014/main" id="{CE2DA65F-C582-472E-91EC-FBE48E01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6" name="shape-27">
            <a:extLst xmlns:a="http://schemas.openxmlformats.org/drawingml/2006/main">
              <a:ext uri="{FF2B5EF4-FFF2-40B4-BE49-F238E27FC236}">
                <a16:creationId xmlns:a16="http://schemas.microsoft.com/office/drawing/2014/main" id="{6CAD7BDF-E363-4D9E-9136-C398E6FF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1</a:t>
            </a:r>
          </a:p>
        </p:txBody>
      </p:sp>
      <p:sp>
        <p:nvSpPr>
          <p:cNvPr id="7" name="shape-28">
            <a:extLst xmlns:a="http://schemas.openxmlformats.org/drawingml/2006/main">
              <a:ext uri="{FF2B5EF4-FFF2-40B4-BE49-F238E27FC236}">
                <a16:creationId xmlns:a16="http://schemas.microsoft.com/office/drawing/2014/main" id="{7A95E191-FD5E-432F-814A-28FC561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8" name="shape-29">
            <a:extLst xmlns:a="http://schemas.openxmlformats.org/drawingml/2006/main">
              <a:ext uri="{FF2B5EF4-FFF2-40B4-BE49-F238E27FC236}">
                <a16:creationId xmlns:a16="http://schemas.microsoft.com/office/drawing/2014/main" id="{1057606E-3079-4B89-8597-CF020600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9" name="shape-30">
            <a:extLst xmlns:a="http://schemas.openxmlformats.org/drawingml/2006/main">
              <a:ext uri="{FF2B5EF4-FFF2-40B4-BE49-F238E27FC236}">
                <a16:creationId xmlns:a16="http://schemas.microsoft.com/office/drawing/2014/main" id="{7471F499-590F-4D68-A41B-D6E8381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shape-31">
            <a:extLst xmlns:a="http://schemas.openxmlformats.org/drawingml/2006/main">
              <a:ext uri="{FF2B5EF4-FFF2-40B4-BE49-F238E27FC236}">
                <a16:creationId xmlns:a16="http://schemas.microsoft.com/office/drawing/2014/main" id="{3CBF7DA7-11AB-4112-91F2-0A9E422B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2</a:t>
            </a:r>
          </a:p>
        </p:txBody>
      </p:sp>
      <p:sp>
        <p:nvSpPr>
          <p:cNvPr id="11" name="shape-32">
            <a:extLst xmlns:a="http://schemas.openxmlformats.org/drawingml/2006/main">
              <a:ext uri="{FF2B5EF4-FFF2-40B4-BE49-F238E27FC236}">
                <a16:creationId xmlns:a16="http://schemas.microsoft.com/office/drawing/2014/main" id="{46C95B3D-6DDC-43DF-9281-23C0B07F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2" name="shape-33">
            <a:extLst xmlns:a="http://schemas.openxmlformats.org/drawingml/2006/main">
              <a:ext uri="{FF2B5EF4-FFF2-40B4-BE49-F238E27FC236}">
                <a16:creationId xmlns:a16="http://schemas.microsoft.com/office/drawing/2014/main" id="{11DE3669-7849-4C79-9F46-563C433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3" name="shape-34">
            <a:extLst xmlns:a="http://schemas.openxmlformats.org/drawingml/2006/main">
              <a:ext uri="{FF2B5EF4-FFF2-40B4-BE49-F238E27FC236}">
                <a16:creationId xmlns:a16="http://schemas.microsoft.com/office/drawing/2014/main" id="{34FA7287-254F-4A4D-AADA-C31DB17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shape-35">
            <a:extLst xmlns:a="http://schemas.openxmlformats.org/drawingml/2006/main">
              <a:ext uri="{FF2B5EF4-FFF2-40B4-BE49-F238E27FC236}">
                <a16:creationId xmlns:a16="http://schemas.microsoft.com/office/drawing/2014/main" id="{6F431E2A-1C36-4E56-B5AB-825ACED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3</a:t>
            </a:r>
          </a:p>
        </p:txBody>
      </p:sp>
      <p:sp>
        <p:nvSpPr>
          <p:cNvPr id="15" name="shape-36">
            <a:extLst xmlns:a="http://schemas.openxmlformats.org/drawingml/2006/main">
              <a:ext uri="{FF2B5EF4-FFF2-40B4-BE49-F238E27FC236}">
                <a16:creationId xmlns:a16="http://schemas.microsoft.com/office/drawing/2014/main" id="{36782A92-F24F-486C-91D4-AF1A735B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1437730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37">
            <a:extLst xmlns:a="http://schemas.openxmlformats.org/drawingml/2006/main">
              <a:ext uri="{FF2B5EF4-FFF2-40B4-BE49-F238E27FC236}">
                <a16:creationId xmlns:a16="http://schemas.microsoft.com/office/drawing/2014/main" id="{58C8465B-7AC3-467B-B5EF-A0ADE16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実施の流れ</a:t>
            </a:r>
          </a:p>
        </p:txBody>
      </p:sp>
      <p:sp>
        <p:nvSpPr>
          <p:cNvPr id="2" name="shape-38">
            <a:extLst xmlns:a="http://schemas.openxmlformats.org/drawingml/2006/main">
              <a:ext uri="{FF2B5EF4-FFF2-40B4-BE49-F238E27FC236}">
                <a16:creationId xmlns:a16="http://schemas.microsoft.com/office/drawing/2014/main" id="{C496922E-0092-4390-9E14-70A5EBC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9">
            <a:extLst xmlns:a="http://schemas.openxmlformats.org/drawingml/2006/main">
              <a:ext uri="{FF2B5EF4-FFF2-40B4-BE49-F238E27FC236}">
                <a16:creationId xmlns:a16="http://schemas.microsoft.com/office/drawing/2014/main" id="{D553B325-526C-46CA-9163-FC72307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shape-40">
            <a:extLst xmlns:a="http://schemas.openxmlformats.org/drawingml/2006/main">
              <a:ext uri="{FF2B5EF4-FFF2-40B4-BE49-F238E27FC236}">
                <a16:creationId xmlns:a16="http://schemas.microsoft.com/office/drawing/2014/main" id="{CD57C4CB-DC3A-41D9-9B3D-990FD7E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shape-41">
            <a:extLst xmlns:a="http://schemas.openxmlformats.org/drawingml/2006/main">
              <a:ext uri="{FF2B5EF4-FFF2-40B4-BE49-F238E27FC236}">
                <a16:creationId xmlns:a16="http://schemas.microsoft.com/office/drawing/2014/main" id="{AC96CF16-2279-46C4-A88F-2A559E7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6" name="shape-42">
            <a:extLst xmlns:a="http://schemas.openxmlformats.org/drawingml/2006/main">
              <a:ext uri="{FF2B5EF4-FFF2-40B4-BE49-F238E27FC236}">
                <a16:creationId xmlns:a16="http://schemas.microsoft.com/office/drawing/2014/main" id="{A714327F-BFB6-4883-8FD1-2F51721E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7" name="shape-43">
            <a:extLst xmlns:a="http://schemas.openxmlformats.org/drawingml/2006/main">
              <a:ext uri="{FF2B5EF4-FFF2-40B4-BE49-F238E27FC236}">
                <a16:creationId xmlns:a16="http://schemas.microsoft.com/office/drawing/2014/main" id="{13941B30-0018-4217-8D87-121A886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対象・条件を定義</a:t>
            </a:r>
          </a:p>
        </p:txBody>
      </p:sp>
      <p:sp>
        <p:nvSpPr>
          <p:cNvPr id="8" name="shape-44">
            <a:extLst xmlns:a="http://schemas.openxmlformats.org/drawingml/2006/main">
              <a:ext uri="{FF2B5EF4-FFF2-40B4-BE49-F238E27FC236}">
                <a16:creationId xmlns:a16="http://schemas.microsoft.com/office/drawing/2014/main" id="{E1A3FA7F-B61F-490E-918C-EE10FFA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9" name="shape-45">
            <a:extLst xmlns:a="http://schemas.openxmlformats.org/drawingml/2006/main">
              <a:ext uri="{FF2B5EF4-FFF2-40B4-BE49-F238E27FC236}">
                <a16:creationId xmlns:a16="http://schemas.microsoft.com/office/drawing/2014/main" id="{D5D2FB3B-4B3E-4BA7-8EE5-1C4DF4A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0" name="shape-46">
            <a:extLst xmlns:a="http://schemas.openxmlformats.org/drawingml/2006/main">
              <a:ext uri="{FF2B5EF4-FFF2-40B4-BE49-F238E27FC236}">
                <a16:creationId xmlns:a16="http://schemas.microsoft.com/office/drawing/2014/main" id="{6D5E6346-6210-4A79-82B2-16A23C7B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</a:t>
            </a:r>
          </a:p>
        </p:txBody>
      </p:sp>
      <p:sp>
        <p:nvSpPr>
          <p:cNvPr id="11" name="shape-47">
            <a:extLst xmlns:a="http://schemas.openxmlformats.org/drawingml/2006/main">
              <a:ext uri="{FF2B5EF4-FFF2-40B4-BE49-F238E27FC236}">
                <a16:creationId xmlns:a16="http://schemas.microsoft.com/office/drawing/2014/main" id="{C52BEB01-89BE-403E-9CAD-EAEAD86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手順に沿って実行</a:t>
            </a:r>
          </a:p>
        </p:txBody>
      </p:sp>
      <p:sp>
        <p:nvSpPr>
          <p:cNvPr id="12" name="shape-48">
            <a:extLst xmlns:a="http://schemas.openxmlformats.org/drawingml/2006/main">
              <a:ext uri="{FF2B5EF4-FFF2-40B4-BE49-F238E27FC236}">
                <a16:creationId xmlns:a16="http://schemas.microsoft.com/office/drawing/2014/main" id="{3AFC6E77-91F1-4955-BDA5-BF5DBA6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shape-49">
            <a:extLst xmlns:a="http://schemas.openxmlformats.org/drawingml/2006/main">
              <a:ext uri="{FF2B5EF4-FFF2-40B4-BE49-F238E27FC236}">
                <a16:creationId xmlns:a16="http://schemas.microsoft.com/office/drawing/2014/main" id="{EF7C18F6-EBB7-4D63-BC1F-E95684DD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4" name="shape-50">
            <a:extLst xmlns:a="http://schemas.openxmlformats.org/drawingml/2006/main">
              <a:ext uri="{FF2B5EF4-FFF2-40B4-BE49-F238E27FC236}">
                <a16:creationId xmlns:a16="http://schemas.microsoft.com/office/drawing/2014/main" id="{C5F7FF35-41F1-4AC4-9D6B-5EC1660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</a:t>
            </a:r>
          </a:p>
        </p:txBody>
      </p:sp>
      <p:sp>
        <p:nvSpPr>
          <p:cNvPr id="15" name="shape-51">
            <a:extLst xmlns:a="http://schemas.openxmlformats.org/drawingml/2006/main">
              <a:ext uri="{FF2B5EF4-FFF2-40B4-BE49-F238E27FC236}">
                <a16:creationId xmlns:a16="http://schemas.microsoft.com/office/drawing/2014/main" id="{DF589464-DD2E-43DB-A9AC-25593652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結果を並べて確認</a:t>
            </a:r>
          </a:p>
        </p:txBody>
      </p:sp>
      <p:sp>
        <p:nvSpPr>
          <p:cNvPr id="16" name="shape-52">
            <a:extLst xmlns:a="http://schemas.openxmlformats.org/drawingml/2006/main">
              <a:ext uri="{FF2B5EF4-FFF2-40B4-BE49-F238E27FC236}">
                <a16:creationId xmlns:a16="http://schemas.microsoft.com/office/drawing/2014/main" id="{6DCF5E06-EDC6-4F25-9AB2-4246352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7" name="shape-53">
            <a:extLst xmlns:a="http://schemas.openxmlformats.org/drawingml/2006/main">
              <a:ext uri="{FF2B5EF4-FFF2-40B4-BE49-F238E27FC236}">
                <a16:creationId xmlns:a16="http://schemas.microsoft.com/office/drawing/2014/main" id="{D9679F50-2704-4348-A5AD-14DEF380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8" name="shape-54">
            <a:extLst xmlns:a="http://schemas.openxmlformats.org/drawingml/2006/main">
              <a:ext uri="{FF2B5EF4-FFF2-40B4-BE49-F238E27FC236}">
                <a16:creationId xmlns:a16="http://schemas.microsoft.com/office/drawing/2014/main" id="{8C42F993-FB36-4C16-9B34-4A85C402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19" name="shape-55">
            <a:extLst xmlns:a="http://schemas.openxmlformats.org/drawingml/2006/main">
              <a:ext uri="{FF2B5EF4-FFF2-40B4-BE49-F238E27FC236}">
                <a16:creationId xmlns:a16="http://schemas.microsoft.com/office/drawing/2014/main" id="{E6574A6C-847E-4D0A-BB55-3D62A78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結論と課題を整理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94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439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5522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56">
            <a:extLst xmlns:a="http://schemas.openxmlformats.org/drawingml/2006/main">
              <a:ext uri="{FF2B5EF4-FFF2-40B4-BE49-F238E27FC236}">
                <a16:creationId xmlns:a16="http://schemas.microsoft.com/office/drawing/2014/main" id="{D0619300-44EB-47F1-83BB-C558D89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2つの条件を比較</a:t>
            </a:r>
          </a:p>
        </p:txBody>
      </p:sp>
      <p:sp>
        <p:nvSpPr>
          <p:cNvPr id="2" name="shape-57">
            <a:extLst xmlns:a="http://schemas.openxmlformats.org/drawingml/2006/main">
              <a:ext uri="{FF2B5EF4-FFF2-40B4-BE49-F238E27FC236}">
                <a16:creationId xmlns:a16="http://schemas.microsoft.com/office/drawing/2014/main" id="{D85991A0-A074-49A8-AA8D-356F14E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58">
            <a:extLst xmlns:a="http://schemas.openxmlformats.org/drawingml/2006/main">
              <a:ext uri="{FF2B5EF4-FFF2-40B4-BE49-F238E27FC236}">
                <a16:creationId xmlns:a16="http://schemas.microsoft.com/office/drawing/2014/main" id="{E7098E6A-2549-499E-8728-18F87FA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shape-59">
            <a:extLst xmlns:a="http://schemas.openxmlformats.org/drawingml/2006/main">
              <a:ext uri="{FF2B5EF4-FFF2-40B4-BE49-F238E27FC236}">
                <a16:creationId xmlns:a16="http://schemas.microsoft.com/office/drawing/2014/main" id="{6F790685-C9F4-4DE8-8E56-83A7FD2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60">
            <a:extLst xmlns:a="http://schemas.openxmlformats.org/drawingml/2006/main">
              <a:ext uri="{FF2B5EF4-FFF2-40B4-BE49-F238E27FC236}">
                <a16:creationId xmlns:a16="http://schemas.microsoft.com/office/drawing/2014/main" id="{A3866067-ED4F-4DC9-B024-9C5FAE5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10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6" name="shape-61">
            <a:extLst xmlns:a="http://schemas.openxmlformats.org/drawingml/2006/main">
              <a:ext uri="{FF2B5EF4-FFF2-40B4-BE49-F238E27FC236}">
                <a16:creationId xmlns:a16="http://schemas.microsoft.com/office/drawing/2014/main" id="{D1B0DE8E-D645-4B48-833B-0375843E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比較条件 A</a:t>
            </a:r>
          </a:p>
        </p:txBody>
      </p:sp>
      <p:sp>
        <p:nvSpPr>
          <p:cNvPr id="7" name="shape-62">
            <a:extLst xmlns:a="http://schemas.openxmlformats.org/drawingml/2006/main">
              <a:ext uri="{FF2B5EF4-FFF2-40B4-BE49-F238E27FC236}">
                <a16:creationId xmlns:a16="http://schemas.microsoft.com/office/drawing/2014/main" id="{52023D43-EB63-4977-AC12-F91719F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比較条件 B</a:t>
            </a:r>
          </a:p>
        </p:txBody>
      </p:sp>
      <p:sp>
        <p:nvSpPr>
          <p:cNvPr id="8" name="shape-63">
            <a:extLst xmlns:a="http://schemas.openxmlformats.org/drawingml/2006/main">
              <a:ext uri="{FF2B5EF4-FFF2-40B4-BE49-F238E27FC236}">
                <a16:creationId xmlns:a16="http://schemas.microsoft.com/office/drawing/2014/main" id="{3E5148E9-1D07-4FA7-AA0C-B8D2FE10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9" name="shape-64">
            <a:extLst xmlns:a="http://schemas.openxmlformats.org/drawingml/2006/main">
              <a:ext uri="{FF2B5EF4-FFF2-40B4-BE49-F238E27FC236}">
                <a16:creationId xmlns:a16="http://schemas.microsoft.com/office/drawing/2014/main" id="{BB87B281-244F-4C28-9C1A-DCDF736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0" name="shape-65">
            <a:extLst xmlns:a="http://schemas.openxmlformats.org/drawingml/2006/main">
              <a:ext uri="{FF2B5EF4-FFF2-40B4-BE49-F238E27FC236}">
                <a16:creationId xmlns:a16="http://schemas.microsoft.com/office/drawing/2014/main" id="{33F148E9-56E8-4CFA-AC13-A210379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11" name="shape-66">
            <a:extLst xmlns:a="http://schemas.openxmlformats.org/drawingml/2006/main">
              <a:ext uri="{FF2B5EF4-FFF2-40B4-BE49-F238E27FC236}">
                <a16:creationId xmlns:a16="http://schemas.microsoft.com/office/drawing/2014/main" id="{C61F6B97-A394-4561-BA1C-46C43CD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2" name="shape-67">
            <a:extLst xmlns:a="http://schemas.openxmlformats.org/drawingml/2006/main">
              <a:ext uri="{FF2B5EF4-FFF2-40B4-BE49-F238E27FC236}">
                <a16:creationId xmlns:a16="http://schemas.microsoft.com/office/drawing/2014/main" id="{E0AD6144-3BE7-4067-A766-54B557B6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3" name="shape-68">
            <a:extLst xmlns:a="http://schemas.openxmlformats.org/drawingml/2006/main">
              <a:ext uri="{FF2B5EF4-FFF2-40B4-BE49-F238E27FC236}">
                <a16:creationId xmlns:a16="http://schemas.microsoft.com/office/drawing/2014/main" id="{4BE708EA-CC39-4326-AA0E-D45C8B4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4" name="shape-69">
            <a:extLst xmlns:a="http://schemas.openxmlformats.org/drawingml/2006/main">
              <a:ext uri="{FF2B5EF4-FFF2-40B4-BE49-F238E27FC236}">
                <a16:creationId xmlns:a16="http://schemas.microsoft.com/office/drawing/2014/main" id="{6766CE4E-EC76-47E0-BA4F-64BE4230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5" name="shape-70">
            <a:extLst xmlns:a="http://schemas.openxmlformats.org/drawingml/2006/main">
              <a:ext uri="{FF2B5EF4-FFF2-40B4-BE49-F238E27FC236}">
                <a16:creationId xmlns:a16="http://schemas.microsoft.com/office/drawing/2014/main" id="{0D758316-C561-4F0C-B3DA-188D666E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6" name="shape-71">
            <a:extLst xmlns:a="http://schemas.openxmlformats.org/drawingml/2006/main">
              <a:ext uri="{FF2B5EF4-FFF2-40B4-BE49-F238E27FC236}">
                <a16:creationId xmlns:a16="http://schemas.microsoft.com/office/drawing/2014/main" id="{AA981CAA-04F1-4C2A-A566-39D8F73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7" name="shape-72">
            <a:extLst xmlns:a="http://schemas.openxmlformats.org/drawingml/2006/main">
              <a:ext uri="{FF2B5EF4-FFF2-40B4-BE49-F238E27FC236}">
                <a16:creationId xmlns:a16="http://schemas.microsoft.com/office/drawing/2014/main" id="{F89E01BB-56F0-4CAC-B885-F2C12DDA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18" name="shape-73">
            <a:extLst xmlns:a="http://schemas.openxmlformats.org/drawingml/2006/main">
              <a:ext uri="{FF2B5EF4-FFF2-40B4-BE49-F238E27FC236}">
                <a16:creationId xmlns:a16="http://schemas.microsoft.com/office/drawing/2014/main" id="{598ABBDF-329F-4159-9406-E4E3E3F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9" name="shape-74">
            <a:extLst xmlns:a="http://schemas.openxmlformats.org/drawingml/2006/main">
              <a:ext uri="{FF2B5EF4-FFF2-40B4-BE49-F238E27FC236}">
                <a16:creationId xmlns:a16="http://schemas.microsoft.com/office/drawing/2014/main" id="{D2E9E78C-9F27-4035-8067-2367A7AB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148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20" name="shape-75">
            <a:extLst xmlns:a="http://schemas.openxmlformats.org/drawingml/2006/main">
              <a:ext uri="{FF2B5EF4-FFF2-40B4-BE49-F238E27FC236}">
                <a16:creationId xmlns:a16="http://schemas.microsoft.com/office/drawing/2014/main" id="{2BE649DE-7832-41E5-9865-728B3DC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比較から分かったことを1文で</a:t>
            </a:r>
          </a:p>
        </p:txBody>
      </p:sp>
    </p:spTree>
    <p:extLst>
      <p:ext uri="{BB962C8B-B14F-4D97-AF65-F5344CB8AC3E}">
        <p14:creationId xmlns:p14="http://schemas.microsoft.com/office/powerpoint/2010/main" val="1463240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76">
            <a:extLst xmlns:a="http://schemas.openxmlformats.org/drawingml/2006/main">
              <a:ext uri="{FF2B5EF4-FFF2-40B4-BE49-F238E27FC236}">
                <a16:creationId xmlns:a16="http://schemas.microsoft.com/office/drawing/2014/main" id="{096C7F67-AC45-4702-A1C2-5AECEA24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shape-77">
            <a:extLst xmlns:a="http://schemas.openxmlformats.org/drawingml/2006/main">
              <a:ext uri="{FF2B5EF4-FFF2-40B4-BE49-F238E27FC236}">
                <a16:creationId xmlns:a16="http://schemas.microsoft.com/office/drawing/2014/main" id="{02333F5F-2A16-4879-9BA3-FCFB0AA0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807C0EFA-EE8F-44AD-9466-02FE437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shape-79">
            <a:extLst xmlns:a="http://schemas.openxmlformats.org/drawingml/2006/main">
              <a:ext uri="{FF2B5EF4-FFF2-40B4-BE49-F238E27FC236}">
                <a16:creationId xmlns:a16="http://schemas.microsoft.com/office/drawing/2014/main" id="{10E43C1D-3F71-4C51-B89D-44387D97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453390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80">
            <a:extLst xmlns:a="http://schemas.openxmlformats.org/drawingml/2006/main">
              <a:ext uri="{FF2B5EF4-FFF2-40B4-BE49-F238E27FC236}">
                <a16:creationId xmlns:a16="http://schemas.microsoft.com/office/drawing/2014/main" id="{14FE1249-C6CF-4A04-BEBB-7406B445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処理環境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B1C80704-E8AD-45E2-A5EA-51AF13A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3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82">
            <a:extLst xmlns:a="http://schemas.openxmlformats.org/drawingml/2006/main">
              <a:ext uri="{FF2B5EF4-FFF2-40B4-BE49-F238E27FC236}">
                <a16:creationId xmlns:a16="http://schemas.microsoft.com/office/drawing/2014/main" id="{0C3100B3-C9D7-4CF6-83D0-1651C66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8" name="shape-83">
            <a:extLst xmlns:a="http://schemas.openxmlformats.org/drawingml/2006/main">
              <a:ext uri="{FF2B5EF4-FFF2-40B4-BE49-F238E27FC236}">
                <a16:creationId xmlns:a16="http://schemas.microsoft.com/office/drawing/2014/main" id="{CD2C2A6A-12D5-4FA1-8236-883E54A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9" name="shape-84">
            <a:extLst xmlns:a="http://schemas.openxmlformats.org/drawingml/2006/main">
              <a:ext uri="{FF2B5EF4-FFF2-40B4-BE49-F238E27FC236}">
                <a16:creationId xmlns:a16="http://schemas.microsoft.com/office/drawing/2014/main" id="{2202F1B8-17D8-4975-AA1D-186B1C8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1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3CD7802A-252A-4819-9710-3B3F86F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1" name="shape-86">
            <a:extLst xmlns:a="http://schemas.openxmlformats.org/drawingml/2006/main">
              <a:ext uri="{FF2B5EF4-FFF2-40B4-BE49-F238E27FC236}">
                <a16:creationId xmlns:a16="http://schemas.microsoft.com/office/drawing/2014/main" id="{50EF4E84-08D3-4B51-ADB6-4D95734F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2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7E86930F-7E86-41A6-9BE3-5123B71D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3" name="shape-88">
            <a:extLst xmlns:a="http://schemas.openxmlformats.org/drawingml/2006/main">
              <a:ext uri="{FF2B5EF4-FFF2-40B4-BE49-F238E27FC236}">
                <a16:creationId xmlns:a16="http://schemas.microsoft.com/office/drawing/2014/main" id="{2ABF0E4C-C161-435E-8B77-CC242E7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04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出力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19450" y="3381375"/>
            <a:ext cx="10858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829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6700" y="3381375"/>
            <a:ext cx="11049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sp>
        <p:nvSpPr>
          <p:cNvPr id="17" name="shape-89">
            <a:extLst xmlns:a="http://schemas.openxmlformats.org/drawingml/2006/main">
              <a:ext uri="{FF2B5EF4-FFF2-40B4-BE49-F238E27FC236}">
                <a16:creationId xmlns:a16="http://schemas.microsoft.com/office/drawing/2014/main" id="{C4247C16-A829-4F00-89BE-88CC97C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入力対象の説明</a:t>
            </a:r>
          </a:p>
        </p:txBody>
      </p:sp>
      <p:sp>
        <p:nvSpPr>
          <p:cNvPr id="18" name="shape-90">
            <a:extLst xmlns:a="http://schemas.openxmlformats.org/drawingml/2006/main">
              <a:ext uri="{FF2B5EF4-FFF2-40B4-BE49-F238E27FC236}">
                <a16:creationId xmlns:a16="http://schemas.microsoft.com/office/drawing/2014/main" id="{2CB582F6-D7F3-478B-8CBC-92FF2CEE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出力結果の説明</a:t>
            </a:r>
          </a:p>
        </p:txBody>
      </p:sp>
    </p:spTree>
    <p:extLst>
      <p:ext uri="{BB962C8B-B14F-4D97-AF65-F5344CB8AC3E}">
        <p14:creationId xmlns:p14="http://schemas.microsoft.com/office/powerpoint/2010/main" val="464923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A532D1B4-B0F9-4A2A-8B53-4FE461AA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主要な数値</a:t>
            </a:r>
          </a:p>
        </p:txBody>
      </p:sp>
      <p:sp>
        <p:nvSpPr>
          <p:cNvPr id="2" name="shape-92">
            <a:extLst xmlns:a="http://schemas.openxmlformats.org/drawingml/2006/main">
              <a:ext uri="{FF2B5EF4-FFF2-40B4-BE49-F238E27FC236}">
                <a16:creationId xmlns:a16="http://schemas.microsoft.com/office/drawing/2014/main" id="{F597A1F7-F741-48A8-849C-4BA086A1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93">
            <a:extLst xmlns:a="http://schemas.openxmlformats.org/drawingml/2006/main">
              <a:ext uri="{FF2B5EF4-FFF2-40B4-BE49-F238E27FC236}">
                <a16:creationId xmlns:a16="http://schemas.microsoft.com/office/drawing/2014/main" id="{38C36B1B-0176-4AC7-8126-101A98D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shape-94">
            <a:extLst xmlns:a="http://schemas.openxmlformats.org/drawingml/2006/main">
              <a:ext uri="{FF2B5EF4-FFF2-40B4-BE49-F238E27FC236}">
                <a16:creationId xmlns:a16="http://schemas.microsoft.com/office/drawing/2014/main" id="{BDA591B9-2EE2-4CCF-B98E-B80080D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1</a:t>
            </a:r>
          </a:p>
        </p:txBody>
      </p:sp>
      <p:sp>
        <p:nvSpPr>
          <p:cNvPr id="5" name="shape-95">
            <a:extLst xmlns:a="http://schemas.openxmlformats.org/drawingml/2006/main">
              <a:ext uri="{FF2B5EF4-FFF2-40B4-BE49-F238E27FC236}">
                <a16:creationId xmlns:a16="http://schemas.microsoft.com/office/drawing/2014/main" id="{249306A9-AB67-4EE2-99DD-DFF3411F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XX%</a:t>
            </a:r>
          </a:p>
        </p:txBody>
      </p:sp>
      <p:sp>
        <p:nvSpPr>
          <p:cNvPr id="6" name="shape-96">
            <a:extLst xmlns:a="http://schemas.openxmlformats.org/drawingml/2006/main">
              <a:ext uri="{FF2B5EF4-FFF2-40B4-BE49-F238E27FC236}">
                <a16:creationId xmlns:a16="http://schemas.microsoft.com/office/drawing/2014/main" id="{B9342143-2D96-497F-8A87-ACD9C04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7" name="shape-97">
            <a:extLst xmlns:a="http://schemas.openxmlformats.org/drawingml/2006/main">
              <a:ext uri="{FF2B5EF4-FFF2-40B4-BE49-F238E27FC236}">
                <a16:creationId xmlns:a16="http://schemas.microsoft.com/office/drawing/2014/main" id="{0A3EC23B-99FD-4573-959A-627347D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8" name="shape-98">
            <a:extLst xmlns:a="http://schemas.openxmlformats.org/drawingml/2006/main">
              <a:ext uri="{FF2B5EF4-FFF2-40B4-BE49-F238E27FC236}">
                <a16:creationId xmlns:a16="http://schemas.microsoft.com/office/drawing/2014/main" id="{99F6A467-6A9C-4660-9A16-F92942F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2</a:t>
            </a:r>
          </a:p>
        </p:txBody>
      </p:sp>
      <p:sp>
        <p:nvSpPr>
          <p:cNvPr id="9" name="shape-99">
            <a:extLst xmlns:a="http://schemas.openxmlformats.org/drawingml/2006/main">
              <a:ext uri="{FF2B5EF4-FFF2-40B4-BE49-F238E27FC236}">
                <a16:creationId xmlns:a16="http://schemas.microsoft.com/office/drawing/2014/main" id="{08710E0F-B9C5-4A3B-851E-CACC635C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XX件</a:t>
            </a:r>
          </a:p>
        </p:txBody>
      </p:sp>
      <p:sp>
        <p:nvSpPr>
          <p:cNvPr id="10" name="shape-100">
            <a:extLst xmlns:a="http://schemas.openxmlformats.org/drawingml/2006/main">
              <a:ext uri="{FF2B5EF4-FFF2-40B4-BE49-F238E27FC236}">
                <a16:creationId xmlns:a16="http://schemas.microsoft.com/office/drawing/2014/main" id="{0CA555DE-3F9E-4C4A-B25B-EA82249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1" name="shape-101">
            <a:extLst xmlns:a="http://schemas.openxmlformats.org/drawingml/2006/main">
              <a:ext uri="{FF2B5EF4-FFF2-40B4-BE49-F238E27FC236}">
                <a16:creationId xmlns:a16="http://schemas.microsoft.com/office/drawing/2014/main" id="{3C2FD1E0-598F-4B0C-B285-EDFEF04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12" name="shape-102">
            <a:extLst xmlns:a="http://schemas.openxmlformats.org/drawingml/2006/main">
              <a:ext uri="{FF2B5EF4-FFF2-40B4-BE49-F238E27FC236}">
                <a16:creationId xmlns:a16="http://schemas.microsoft.com/office/drawing/2014/main" id="{2AA2FCCF-CB57-4D93-ADBA-AC567D6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3</a:t>
            </a:r>
          </a:p>
        </p:txBody>
      </p:sp>
      <p:sp>
        <p:nvSpPr>
          <p:cNvPr id="13" name="shape-103">
            <a:extLst xmlns:a="http://schemas.openxmlformats.org/drawingml/2006/main">
              <a:ext uri="{FF2B5EF4-FFF2-40B4-BE49-F238E27FC236}">
                <a16:creationId xmlns:a16="http://schemas.microsoft.com/office/drawing/2014/main" id="{27A49FD5-A274-4C13-9F03-531BB138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XX秒</a:t>
            </a:r>
          </a:p>
        </p:txBody>
      </p:sp>
      <p:sp>
        <p:nvSpPr>
          <p:cNvPr id="14" name="shape-104">
            <a:extLst xmlns:a="http://schemas.openxmlformats.org/drawingml/2006/main">
              <a:ext uri="{FF2B5EF4-FFF2-40B4-BE49-F238E27FC236}">
                <a16:creationId xmlns:a16="http://schemas.microsoft.com/office/drawing/2014/main" id="{E2B1FB14-66B4-4D7C-8BCF-55F5887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5" name="shape-105">
            <a:extLst xmlns:a="http://schemas.openxmlformats.org/drawingml/2006/main">
              <a:ext uri="{FF2B5EF4-FFF2-40B4-BE49-F238E27FC236}">
                <a16:creationId xmlns:a16="http://schemas.microsoft.com/office/drawing/2014/main" id="{5BB63F0D-698D-4320-A8D2-3AE8F1F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</p:spTree>
    <p:extLst>
      <p:ext uri="{BB962C8B-B14F-4D97-AF65-F5344CB8AC3E}">
        <p14:creationId xmlns:p14="http://schemas.microsoft.com/office/powerpoint/2010/main" val="11277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06">
            <a:extLst xmlns:a="http://schemas.openxmlformats.org/drawingml/2006/main">
              <a:ext uri="{FF2B5EF4-FFF2-40B4-BE49-F238E27FC236}">
                <a16:creationId xmlns:a16="http://schemas.microsoft.com/office/drawing/2014/main" id="{1B5235A0-4FD1-4613-BA2B-D7E9256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条件別の結果</a:t>
            </a:r>
          </a:p>
        </p:txBody>
      </p:sp>
      <p:sp>
        <p:nvSpPr>
          <p:cNvPr id="2" name="shape-107">
            <a:extLst xmlns:a="http://schemas.openxmlformats.org/drawingml/2006/main">
              <a:ext uri="{FF2B5EF4-FFF2-40B4-BE49-F238E27FC236}">
                <a16:creationId xmlns:a16="http://schemas.microsoft.com/office/drawing/2014/main" id="{2D2B3895-449D-4BAF-BA4A-7D8C1FD3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08">
            <a:extLst xmlns:a="http://schemas.openxmlformats.org/drawingml/2006/main">
              <a:ext uri="{FF2B5EF4-FFF2-40B4-BE49-F238E27FC236}">
                <a16:creationId xmlns:a16="http://schemas.microsoft.com/office/drawing/2014/main" id="{5CCE1FD0-477A-4E4C-BB19-D1A5596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shape-109">
            <a:extLst xmlns:a="http://schemas.openxmlformats.org/drawingml/2006/main">
              <a:ext uri="{FF2B5EF4-FFF2-40B4-BE49-F238E27FC236}">
                <a16:creationId xmlns:a16="http://schemas.microsoft.com/office/drawing/2014/main" id="{766824F9-3C14-4BA0-85BF-4DCA22C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サンプル値（実測値ではありません）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145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ad48ba0fd64bb4"/>
          </a:graphicData>
        </a:graphic>
      </p:graphicFrame>
      <p:sp>
        <p:nvSpPr>
          <p:cNvPr id="6" name="shape-110">
            <a:extLst xmlns:a="http://schemas.openxmlformats.org/drawingml/2006/main">
              <a:ext uri="{FF2B5EF4-FFF2-40B4-BE49-F238E27FC236}">
                <a16:creationId xmlns:a16="http://schemas.microsoft.com/office/drawing/2014/main" id="{BE8F2B71-0DF3-4DFD-975B-08270F2C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14575"/>
            <a:ext cx="312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111">
            <a:extLst xmlns:a="http://schemas.openxmlformats.org/drawingml/2006/main">
              <a:ext uri="{FF2B5EF4-FFF2-40B4-BE49-F238E27FC236}">
                <a16:creationId xmlns:a16="http://schemas.microsoft.com/office/drawing/2014/main" id="{25CF51F2-C88D-434B-9F78-9DFD29B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読み取り</a:t>
            </a:r>
          </a:p>
        </p:txBody>
      </p:sp>
      <p:sp>
        <p:nvSpPr>
          <p:cNvPr id="8" name="shape-112">
            <a:extLst xmlns:a="http://schemas.openxmlformats.org/drawingml/2006/main">
              <a:ext uri="{FF2B5EF4-FFF2-40B4-BE49-F238E27FC236}">
                <a16:creationId xmlns:a16="http://schemas.microsoft.com/office/drawing/2014/main" id="{C9C35FC7-34E8-4C72-9594-8712610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グラフから分かる</a:t>
            </a:r>
          </a:p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ことを短く記入</a:t>
            </a:r>
          </a:p>
        </p:txBody>
      </p:sp>
      <p:sp>
        <p:nvSpPr>
          <p:cNvPr id="9" name="shape-113">
            <a:extLst xmlns:a="http://schemas.openxmlformats.org/drawingml/2006/main">
              <a:ext uri="{FF2B5EF4-FFF2-40B4-BE49-F238E27FC236}">
                <a16:creationId xmlns:a16="http://schemas.microsoft.com/office/drawing/2014/main" id="{6571F351-D3EF-4AAF-998E-C47D600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単位・測定条件・出典を記入</a:t>
            </a:r>
          </a:p>
        </p:txBody>
      </p:sp>
    </p:spTree>
    <p:extLst>
      <p:ext uri="{BB962C8B-B14F-4D97-AF65-F5344CB8AC3E}">
        <p14:creationId xmlns:p14="http://schemas.microsoft.com/office/powerpoint/2010/main" val="1650255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14">
            <a:extLst xmlns:a="http://schemas.openxmlformats.org/drawingml/2006/main">
              <a:ext uri="{FF2B5EF4-FFF2-40B4-BE49-F238E27FC236}">
                <a16:creationId xmlns:a16="http://schemas.microsoft.com/office/drawing/2014/main" id="{6BE3C423-32DC-4892-BA5A-5BEA287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今後のスケジュール</a:t>
            </a:r>
          </a:p>
        </p:txBody>
      </p:sp>
      <p:sp>
        <p:nvSpPr>
          <p:cNvPr id="2" name="shape-115">
            <a:extLst xmlns:a="http://schemas.openxmlformats.org/drawingml/2006/main">
              <a:ext uri="{FF2B5EF4-FFF2-40B4-BE49-F238E27FC236}">
                <a16:creationId xmlns:a16="http://schemas.microsoft.com/office/drawing/2014/main" id="{ACDC41FE-70E4-4DCE-AD71-3F7899D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BBE1E412-CDE6-4C04-B238-3DE491C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shape-117">
            <a:extLst xmlns:a="http://schemas.openxmlformats.org/drawingml/2006/main">
              <a:ext uri="{FF2B5EF4-FFF2-40B4-BE49-F238E27FC236}">
                <a16:creationId xmlns:a16="http://schemas.microsoft.com/office/drawing/2014/main" id="{D3CE7188-FF95-48BB-9BFC-0122215A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5" name="shape-118">
            <a:extLst xmlns:a="http://schemas.openxmlformats.org/drawingml/2006/main">
              <a:ext uri="{FF2B5EF4-FFF2-40B4-BE49-F238E27FC236}">
                <a16:creationId xmlns:a16="http://schemas.microsoft.com/office/drawing/2014/main" id="{05DBDAF6-468F-4D3E-803F-45B04B1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1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9E4CED0E-9AA9-44A4-BBD1-41187B6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7" name="shape-120">
            <a:extLst xmlns:a="http://schemas.openxmlformats.org/drawingml/2006/main">
              <a:ext uri="{FF2B5EF4-FFF2-40B4-BE49-F238E27FC236}">
                <a16:creationId xmlns:a16="http://schemas.microsoft.com/office/drawing/2014/main" id="{DE98D564-DED6-44F5-9006-298C4CF3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8" name="shape-121">
            <a:extLst xmlns:a="http://schemas.openxmlformats.org/drawingml/2006/main">
              <a:ext uri="{FF2B5EF4-FFF2-40B4-BE49-F238E27FC236}">
                <a16:creationId xmlns:a16="http://schemas.microsoft.com/office/drawing/2014/main" id="{9F9FD38E-8DC7-4D47-BDF8-6F1BE461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9" name="shape-122">
            <a:extLst xmlns:a="http://schemas.openxmlformats.org/drawingml/2006/main">
              <a:ext uri="{FF2B5EF4-FFF2-40B4-BE49-F238E27FC236}">
                <a16:creationId xmlns:a16="http://schemas.microsoft.com/office/drawing/2014/main" id="{36278D15-F597-4A05-AA6A-45AD46CB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期間 2</a:t>
            </a:r>
          </a:p>
        </p:txBody>
      </p:sp>
      <p:sp>
        <p:nvSpPr>
          <p:cNvPr id="10" name="shape-123">
            <a:extLst xmlns:a="http://schemas.openxmlformats.org/drawingml/2006/main">
              <a:ext uri="{FF2B5EF4-FFF2-40B4-BE49-F238E27FC236}">
                <a16:creationId xmlns:a16="http://schemas.microsoft.com/office/drawing/2014/main" id="{64E25B47-7ECC-4B99-BEB7-6C7B8FB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11" name="shape-124">
            <a:extLst xmlns:a="http://schemas.openxmlformats.org/drawingml/2006/main">
              <a:ext uri="{FF2B5EF4-FFF2-40B4-BE49-F238E27FC236}">
                <a16:creationId xmlns:a16="http://schemas.microsoft.com/office/drawing/2014/main" id="{9E46A37F-2979-410C-A447-AC2E5ED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実験</a:t>
            </a:r>
          </a:p>
        </p:txBody>
      </p:sp>
      <p:sp>
        <p:nvSpPr>
          <p:cNvPr id="12" name="shape-125">
            <a:extLst xmlns:a="http://schemas.openxmlformats.org/drawingml/2006/main">
              <a:ext uri="{FF2B5EF4-FFF2-40B4-BE49-F238E27FC236}">
                <a16:creationId xmlns:a16="http://schemas.microsoft.com/office/drawing/2014/main" id="{2720E96E-4ABB-4DBF-9A60-29B1DF69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3" name="shape-126">
            <a:extLst xmlns:a="http://schemas.openxmlformats.org/drawingml/2006/main">
              <a:ext uri="{FF2B5EF4-FFF2-40B4-BE49-F238E27FC236}">
                <a16:creationId xmlns:a16="http://schemas.microsoft.com/office/drawing/2014/main" id="{A36D1CE8-A66B-412B-B41E-A5D791E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3</a:t>
            </a:r>
          </a:p>
        </p:txBody>
      </p:sp>
      <p:sp>
        <p:nvSpPr>
          <p:cNvPr id="14" name="shape-127">
            <a:extLst xmlns:a="http://schemas.openxmlformats.org/drawingml/2006/main">
              <a:ext uri="{FF2B5EF4-FFF2-40B4-BE49-F238E27FC236}">
                <a16:creationId xmlns:a16="http://schemas.microsoft.com/office/drawing/2014/main" id="{9D551794-0796-4C77-81B4-AB64876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5" name="shape-128">
            <a:extLst xmlns:a="http://schemas.openxmlformats.org/drawingml/2006/main">
              <a:ext uri="{FF2B5EF4-FFF2-40B4-BE49-F238E27FC236}">
                <a16:creationId xmlns:a16="http://schemas.microsoft.com/office/drawing/2014/main" id="{9F62BB48-F61E-4236-8728-D2FD7F72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分析</a:t>
            </a:r>
          </a:p>
        </p:txBody>
      </p:sp>
      <p:sp>
        <p:nvSpPr>
          <p:cNvPr id="16" name="shape-129">
            <a:extLst xmlns:a="http://schemas.openxmlformats.org/drawingml/2006/main">
              <a:ext uri="{FF2B5EF4-FFF2-40B4-BE49-F238E27FC236}">
                <a16:creationId xmlns:a16="http://schemas.microsoft.com/office/drawing/2014/main" id="{C78AAF5B-6325-4027-8A2A-97BA757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7" name="shape-130">
            <a:extLst xmlns:a="http://schemas.openxmlformats.org/drawingml/2006/main">
              <a:ext uri="{FF2B5EF4-FFF2-40B4-BE49-F238E27FC236}">
                <a16:creationId xmlns:a16="http://schemas.microsoft.com/office/drawing/2014/main" id="{1A7B4472-A14B-4442-8D14-E6BA34F9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4</a:t>
            </a:r>
          </a:p>
        </p:txBody>
      </p:sp>
      <p:sp>
        <p:nvSpPr>
          <p:cNvPr id="18" name="shape-131">
            <a:extLst xmlns:a="http://schemas.openxmlformats.org/drawingml/2006/main">
              <a:ext uri="{FF2B5EF4-FFF2-40B4-BE49-F238E27FC236}">
                <a16:creationId xmlns:a16="http://schemas.microsoft.com/office/drawing/2014/main" id="{2D1408C3-890E-4F74-B2FF-10825DF0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9" name="shape-132">
            <a:extLst xmlns:a="http://schemas.openxmlformats.org/drawingml/2006/main">
              <a:ext uri="{FF2B5EF4-FFF2-40B4-BE49-F238E27FC236}">
                <a16:creationId xmlns:a16="http://schemas.microsoft.com/office/drawing/2014/main" id="{E3A33AB8-8F88-40AF-87AD-E98798FA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報告</a:t>
            </a:r>
          </a:p>
        </p:txBody>
      </p:sp>
      <p:sp>
        <p:nvSpPr>
          <p:cNvPr id="20" name="shape-133">
            <a:extLst xmlns:a="http://schemas.openxmlformats.org/drawingml/2006/main">
              <a:ext uri="{FF2B5EF4-FFF2-40B4-BE49-F238E27FC236}">
                <a16:creationId xmlns:a16="http://schemas.microsoft.com/office/drawing/2014/main" id="{9785F6C0-6275-48D1-A92C-7B66C03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306452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4">
            <a:extLst xmlns:a="http://schemas.openxmlformats.org/drawingml/2006/main">
              <a:ext uri="{FF2B5EF4-FFF2-40B4-BE49-F238E27FC236}">
                <a16:creationId xmlns:a16="http://schemas.microsoft.com/office/drawing/2014/main" id="{6CBB29FC-AFB4-41FB-A9A1-722046D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まとめ・相談事項</a:t>
            </a:r>
          </a:p>
        </p:txBody>
      </p:sp>
      <p:sp>
        <p:nvSpPr>
          <p:cNvPr id="2" name="shape-135">
            <a:extLst xmlns:a="http://schemas.openxmlformats.org/drawingml/2006/main">
              <a:ext uri="{FF2B5EF4-FFF2-40B4-BE49-F238E27FC236}">
                <a16:creationId xmlns:a16="http://schemas.microsoft.com/office/drawing/2014/main" id="{22BA318A-EFE3-4E24-A705-A00EDB17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36">
            <a:extLst xmlns:a="http://schemas.openxmlformats.org/drawingml/2006/main">
              <a:ext uri="{FF2B5EF4-FFF2-40B4-BE49-F238E27FC236}">
                <a16:creationId xmlns:a16="http://schemas.microsoft.com/office/drawing/2014/main" id="{50113774-74FE-4ADE-A117-08E1761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shape-137">
            <a:extLst xmlns:a="http://schemas.openxmlformats.org/drawingml/2006/main">
              <a:ext uri="{FF2B5EF4-FFF2-40B4-BE49-F238E27FC236}">
                <a16:creationId xmlns:a16="http://schemas.microsoft.com/office/drawing/2014/main" id="{E3160CD0-EC40-458B-A37F-221A5292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38">
            <a:extLst xmlns:a="http://schemas.openxmlformats.org/drawingml/2006/main">
              <a:ext uri="{FF2B5EF4-FFF2-40B4-BE49-F238E27FC236}">
                <a16:creationId xmlns:a16="http://schemas.microsoft.com/office/drawing/2014/main" id="{4F3B2FC9-E206-4D34-B1B9-B521FE07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今日伝えたい結論を1文で</a:t>
            </a:r>
          </a:p>
        </p:txBody>
      </p:sp>
      <p:sp>
        <p:nvSpPr>
          <p:cNvPr id="6" name="shape-139">
            <a:extLst xmlns:a="http://schemas.openxmlformats.org/drawingml/2006/main">
              <a:ext uri="{FF2B5EF4-FFF2-40B4-BE49-F238E27FC236}">
                <a16:creationId xmlns:a16="http://schemas.microsoft.com/office/drawing/2014/main" id="{41870DEE-74AA-479F-BEFB-55E54DBB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1</a:t>
            </a:r>
          </a:p>
        </p:txBody>
      </p:sp>
      <p:sp>
        <p:nvSpPr>
          <p:cNvPr id="7" name="shape-140">
            <a:extLst xmlns:a="http://schemas.openxmlformats.org/drawingml/2006/main">
              <a:ext uri="{FF2B5EF4-FFF2-40B4-BE49-F238E27FC236}">
                <a16:creationId xmlns:a16="http://schemas.microsoft.com/office/drawing/2014/main" id="{F0492B02-3D1D-49BB-BAFA-D20D83FF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確認したいことを短く記入</a:t>
            </a:r>
          </a:p>
        </p:txBody>
      </p:sp>
      <p:sp>
        <p:nvSpPr>
          <p:cNvPr id="8" name="shape-141">
            <a:extLst xmlns:a="http://schemas.openxmlformats.org/drawingml/2006/main">
              <a:ext uri="{FF2B5EF4-FFF2-40B4-BE49-F238E27FC236}">
                <a16:creationId xmlns:a16="http://schemas.microsoft.com/office/drawing/2014/main" id="{73238907-6E8E-4289-81D1-9F4BD33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2</a:t>
            </a:r>
          </a:p>
        </p:txBody>
      </p:sp>
      <p:sp>
        <p:nvSpPr>
          <p:cNvPr id="9" name="shape-142">
            <a:extLst xmlns:a="http://schemas.openxmlformats.org/drawingml/2006/main">
              <a:ext uri="{FF2B5EF4-FFF2-40B4-BE49-F238E27FC236}">
                <a16:creationId xmlns:a16="http://schemas.microsoft.com/office/drawing/2014/main" id="{FC0439C2-FF2A-44D3-90CC-99183813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510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助言が欲しい点を短く記入</a:t>
            </a:r>
          </a:p>
        </p:txBody>
      </p:sp>
    </p:spTree>
    <p:extLst>
      <p:ext uri="{BB962C8B-B14F-4D97-AF65-F5344CB8AC3E}">
        <p14:creationId xmlns:p14="http://schemas.microsoft.com/office/powerpoint/2010/main" val="2075618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143">
            <a:extLst xmlns:a="http://schemas.openxmlformats.org/drawingml/2006/main">
              <a:ext uri="{FF2B5EF4-FFF2-40B4-BE49-F238E27FC236}">
                <a16:creationId xmlns:a16="http://schemas.microsoft.com/office/drawing/2014/main" id="{35792CE7-D31E-4D57-BF26-2DC8850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テンプレートの使い方</a:t>
            </a:r>
          </a:p>
        </p:txBody>
      </p:sp>
      <p:sp>
        <p:nvSpPr>
          <p:cNvPr id="2" name="shape-144">
            <a:extLst xmlns:a="http://schemas.openxmlformats.org/drawingml/2006/main">
              <a:ext uri="{FF2B5EF4-FFF2-40B4-BE49-F238E27FC236}">
                <a16:creationId xmlns:a16="http://schemas.microsoft.com/office/drawing/2014/main" id="{2ABF8687-407B-49CA-A34C-11DB2D8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45">
            <a:extLst xmlns:a="http://schemas.openxmlformats.org/drawingml/2006/main">
              <a:ext uri="{FF2B5EF4-FFF2-40B4-BE49-F238E27FC236}">
                <a16:creationId xmlns:a16="http://schemas.microsoft.com/office/drawing/2014/main" id="{18EB0DB8-2939-4A6F-91A0-ED792B7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4" name="shape-146">
            <a:extLst xmlns:a="http://schemas.openxmlformats.org/drawingml/2006/main">
              <a:ext uri="{FF2B5EF4-FFF2-40B4-BE49-F238E27FC236}">
                <a16:creationId xmlns:a16="http://schemas.microsoft.com/office/drawing/2014/main" id="{C3F25A75-C4AA-47B2-B7FE-19B24C8D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配色</a:t>
            </a:r>
          </a:p>
        </p:txBody>
      </p:sp>
      <p:sp>
        <p:nvSpPr>
          <p:cNvPr id="5" name="shape-147">
            <a:extLst xmlns:a="http://schemas.openxmlformats.org/drawingml/2006/main">
              <a:ext uri="{FF2B5EF4-FFF2-40B4-BE49-F238E27FC236}">
                <a16:creationId xmlns:a16="http://schemas.microsoft.com/office/drawing/2014/main" id="{DE5DA55F-1CB6-4840-8C16-AE1EE68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6" name="shape-148">
            <a:extLst xmlns:a="http://schemas.openxmlformats.org/drawingml/2006/main">
              <a:ext uri="{FF2B5EF4-FFF2-40B4-BE49-F238E27FC236}">
                <a16:creationId xmlns:a16="http://schemas.microsoft.com/office/drawing/2014/main" id="{190330EA-85D9-4365-9114-B1A3F2AA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白</a:t>
            </a:r>
          </a:p>
        </p:txBody>
      </p:sp>
      <p:sp>
        <p:nvSpPr>
          <p:cNvPr id="7" name="shape-149">
            <a:extLst xmlns:a="http://schemas.openxmlformats.org/drawingml/2006/main">
              <a:ext uri="{FF2B5EF4-FFF2-40B4-BE49-F238E27FC236}">
                <a16:creationId xmlns:a16="http://schemas.microsoft.com/office/drawing/2014/main" id="{A4804745-2C7B-4129-B67E-3F2679D3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B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8" name="shape-150">
            <a:extLst xmlns:a="http://schemas.openxmlformats.org/drawingml/2006/main">
              <a:ext uri="{FF2B5EF4-FFF2-40B4-BE49-F238E27FC236}">
                <a16:creationId xmlns:a16="http://schemas.microsoft.com/office/drawing/2014/main" id="{DF8F29C4-674A-4E67-AC6A-A62E3AD1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本文</a:t>
            </a:r>
          </a:p>
        </p:txBody>
      </p:sp>
      <p:sp>
        <p:nvSpPr>
          <p:cNvPr id="9" name="shape-151">
            <a:extLst xmlns:a="http://schemas.openxmlformats.org/drawingml/2006/main">
              <a:ext uri="{FF2B5EF4-FFF2-40B4-BE49-F238E27FC236}">
                <a16:creationId xmlns:a16="http://schemas.microsoft.com/office/drawing/2014/main" id="{4281A2A7-2387-41BF-BD4E-D4A962FA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480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0" name="shape-152">
            <a:extLst xmlns:a="http://schemas.openxmlformats.org/drawingml/2006/main">
              <a:ext uri="{FF2B5EF4-FFF2-40B4-BE49-F238E27FC236}">
                <a16:creationId xmlns:a16="http://schemas.microsoft.com/office/drawing/2014/main" id="{9DDC7AA9-5B30-4E55-B658-28AF5FC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11" name="shape-153">
            <a:extLst xmlns:a="http://schemas.openxmlformats.org/drawingml/2006/main">
              <a:ext uri="{FF2B5EF4-FFF2-40B4-BE49-F238E27FC236}">
                <a16:creationId xmlns:a16="http://schemas.microsoft.com/office/drawing/2014/main" id="{D949CFA3-73C8-4D70-A44A-7B23B27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2" name="shape-154">
            <a:extLst xmlns:a="http://schemas.openxmlformats.org/drawingml/2006/main">
              <a:ext uri="{FF2B5EF4-FFF2-40B4-BE49-F238E27FC236}">
                <a16:creationId xmlns:a16="http://schemas.microsoft.com/office/drawing/2014/main" id="{DD31F0CF-7B18-4911-995E-DBABF215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紫</a:t>
            </a:r>
          </a:p>
        </p:txBody>
      </p:sp>
      <p:sp>
        <p:nvSpPr>
          <p:cNvPr id="13" name="shape-155">
            <a:extLst xmlns:a="http://schemas.openxmlformats.org/drawingml/2006/main">
              <a:ext uri="{FF2B5EF4-FFF2-40B4-BE49-F238E27FC236}">
                <a16:creationId xmlns:a16="http://schemas.microsoft.com/office/drawing/2014/main" id="{3A80082B-8C0C-46FA-B809-548D49F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4" name="shape-156">
            <a:extLst xmlns:a="http://schemas.openxmlformats.org/drawingml/2006/main">
              <a:ext uri="{FF2B5EF4-FFF2-40B4-BE49-F238E27FC236}">
                <a16:creationId xmlns:a16="http://schemas.microsoft.com/office/drawing/2014/main" id="{5E969140-A4E1-4B1C-BEAC-2A571A24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淡紫</a:t>
            </a:r>
          </a:p>
        </p:txBody>
      </p:sp>
      <p:sp>
        <p:nvSpPr>
          <p:cNvPr id="15" name="shape-157">
            <a:extLst xmlns:a="http://schemas.openxmlformats.org/drawingml/2006/main">
              <a:ext uri="{FF2B5EF4-FFF2-40B4-BE49-F238E27FC236}">
                <a16:creationId xmlns:a16="http://schemas.microsoft.com/office/drawing/2014/main" id="{D05AF399-EA32-4EE1-A2A3-E916E58D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余白と文字</a:t>
            </a:r>
          </a:p>
        </p:txBody>
      </p:sp>
      <p:sp>
        <p:nvSpPr>
          <p:cNvPr id="16" name="shape-158">
            <a:extLst xmlns:a="http://schemas.openxmlformats.org/drawingml/2006/main">
              <a:ext uri="{FF2B5EF4-FFF2-40B4-BE49-F238E27FC236}">
                <a16:creationId xmlns:a16="http://schemas.microsoft.com/office/drawing/2014/main" id="{23298CCF-B036-4A6C-89CB-97C940F6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左右の余白 72 px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見出し 28.5 pt / 本文 18–21 pt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フォント Meiryo / 比率 16:9</a:t>
            </a:r>
          </a:p>
        </p:txBody>
      </p:sp>
      <p:sp>
        <p:nvSpPr>
          <p:cNvPr id="17" name="shape-159">
            <a:extLst xmlns:a="http://schemas.openxmlformats.org/drawingml/2006/main">
              <a:ext uri="{FF2B5EF4-FFF2-40B4-BE49-F238E27FC236}">
                <a16:creationId xmlns:a16="http://schemas.microsoft.com/office/drawing/2014/main" id="{DFF7E94C-1144-405B-84E3-10BC906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8" name="shape-160">
            <a:extLst xmlns:a="http://schemas.openxmlformats.org/drawingml/2006/main">
              <a:ext uri="{FF2B5EF4-FFF2-40B4-BE49-F238E27FC236}">
                <a16:creationId xmlns:a16="http://schemas.microsoft.com/office/drawing/2014/main" id="{6F52C7A8-C92F-46C4-938A-0F56FF93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必要なページを複製して、見本文字を差し替え</a:t>
            </a:r>
          </a:p>
        </p:txBody>
      </p:sp>
      <p:sp>
        <p:nvSpPr>
          <p:cNvPr id="19" name="shape-161">
            <a:extLst xmlns:a="http://schemas.openxmlformats.org/drawingml/2006/main">
              <a:ext uri="{FF2B5EF4-FFF2-40B4-BE49-F238E27FC236}">
                <a16:creationId xmlns:a16="http://schemas.microsoft.com/office/drawing/2014/main" id="{C94E81D4-6329-41A7-969A-CAEAAC7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1枚に1メッセージ。説明は短く、図解は大きく。</a:t>
            </a:r>
          </a:p>
        </p:txBody>
      </p:sp>
    </p:spTree>
    <p:extLst>
      <p:ext uri="{BB962C8B-B14F-4D97-AF65-F5344CB8AC3E}">
        <p14:creationId xmlns:p14="http://schemas.microsoft.com/office/powerpoint/2010/main" val="207468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2026-10-05T13:10:09.8170000Z</dcterms:created>
  <dcterms:modified xsi:type="dcterms:W3CDTF">2026-10-05T13:10:09.8170000Z</dcterms:modified>
</coreProperties>
</file>