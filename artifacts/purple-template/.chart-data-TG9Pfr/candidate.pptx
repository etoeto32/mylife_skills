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20db63bb254824" /><Relationship Type="http://schemas.openxmlformats.org/officeDocument/2006/relationships/extended-properties" Target="/docProps/app.xml" Id="Rbee116657b064b85" /><Relationship Type="http://schemas.openxmlformats.org/officeDocument/2006/relationships/officeDocument" Target="/ppt/presentation.xml" Id="R3ccd2831eaa140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220a0183b244b7"/>
  </p:sldMasterIdLst>
  <p:notesMasterIdLst>
    <p:notesMasterId xmlns:r="http://schemas.openxmlformats.org/officeDocument/2006/relationships" r:id="Rb6a119555e944367"/>
  </p:notesMasterIdLst>
  <p:sldIdLst>
    <p:sldId xmlns:r="http://schemas.openxmlformats.org/officeDocument/2006/relationships" id="256" r:id="Rc3793dc83aad41c6"/>
    <p:sldId xmlns:r="http://schemas.openxmlformats.org/officeDocument/2006/relationships" id="257" r:id="R36f56a9629514659"/>
    <p:sldId xmlns:r="http://schemas.openxmlformats.org/officeDocument/2006/relationships" id="258" r:id="R8b8bc03a394f444e"/>
    <p:sldId xmlns:r="http://schemas.openxmlformats.org/officeDocument/2006/relationships" id="259" r:id="R6b8c63d1da2a4599"/>
    <p:sldId xmlns:r="http://schemas.openxmlformats.org/officeDocument/2006/relationships" id="260" r:id="Rf531e78805b640b5"/>
    <p:sldId xmlns:r="http://schemas.openxmlformats.org/officeDocument/2006/relationships" id="261" r:id="R1aacad317d4d4b74"/>
    <p:sldId xmlns:r="http://schemas.openxmlformats.org/officeDocument/2006/relationships" id="262" r:id="R6d9df923c1544d21"/>
    <p:sldId xmlns:r="http://schemas.openxmlformats.org/officeDocument/2006/relationships" id="263" r:id="R3bc88c9cab964dab"/>
    <p:sldId xmlns:r="http://schemas.openxmlformats.org/officeDocument/2006/relationships" id="264" r:id="R93caa18f82f84e64"/>
    <p:sldId xmlns:r="http://schemas.openxmlformats.org/officeDocument/2006/relationships" id="265" r:id="Rdb38c26cd68547d3"/>
    <p:sldId xmlns:r="http://schemas.openxmlformats.org/officeDocument/2006/relationships" id="266" r:id="R5ec6299d454642cd"/>
    <p:sldId xmlns:r="http://schemas.openxmlformats.org/officeDocument/2006/relationships" id="267" r:id="R6e1c51e8eb9e4b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82120627884855" /><Relationship Type="http://schemas.openxmlformats.org/officeDocument/2006/relationships/slideMaster" Target="/ppt/slideMasters/slideMaster1.xml" Id="R31220a0183b244b7" /><Relationship Type="http://schemas.openxmlformats.org/officeDocument/2006/relationships/notesMaster" Target="/ppt/notesMasters/notesMaster1.xml" Id="Rb6a119555e944367" /><Relationship Type="http://schemas.openxmlformats.org/officeDocument/2006/relationships/presProps" Target="/ppt/presProps.xml" Id="R8b885e8e58c247fa" /><Relationship Type="http://schemas.openxmlformats.org/officeDocument/2006/relationships/tableStyles" Target="/ppt/tableStyles.xml" Id="R75ea972d32b84dc8" /><Relationship Type="http://schemas.openxmlformats.org/officeDocument/2006/relationships/slide" Target="/ppt/slides/slide1.xml" Id="Rc3793dc83aad41c6" /><Relationship Type="http://schemas.openxmlformats.org/officeDocument/2006/relationships/slide" Target="/ppt/slides/slide2.xml" Id="R36f56a9629514659" /><Relationship Type="http://schemas.openxmlformats.org/officeDocument/2006/relationships/slide" Target="/ppt/slides/slide3.xml" Id="R8b8bc03a394f444e" /><Relationship Type="http://schemas.openxmlformats.org/officeDocument/2006/relationships/slide" Target="/ppt/slides/slide4.xml" Id="R6b8c63d1da2a4599" /><Relationship Type="http://schemas.openxmlformats.org/officeDocument/2006/relationships/slide" Target="/ppt/slides/slide5.xml" Id="Rf531e78805b640b5" /><Relationship Type="http://schemas.openxmlformats.org/officeDocument/2006/relationships/slide" Target="/ppt/slides/slide6.xml" Id="R1aacad317d4d4b74" /><Relationship Type="http://schemas.openxmlformats.org/officeDocument/2006/relationships/slide" Target="/ppt/slides/slide7.xml" Id="R6d9df923c1544d21" /><Relationship Type="http://schemas.openxmlformats.org/officeDocument/2006/relationships/slide" Target="/ppt/slides/slide8.xml" Id="R3bc88c9cab964dab" /><Relationship Type="http://schemas.openxmlformats.org/officeDocument/2006/relationships/slide" Target="/ppt/slides/slide9.xml" Id="R93caa18f82f84e64" /><Relationship Type="http://schemas.openxmlformats.org/officeDocument/2006/relationships/slide" Target="/ppt/slides/slide10.xml" Id="Rdb38c26cd68547d3" /><Relationship Type="http://schemas.openxmlformats.org/officeDocument/2006/relationships/slide" Target="/ppt/slides/slide11.xml" Id="R5ec6299d454642cd" /><Relationship Type="http://schemas.openxmlformats.org/officeDocument/2006/relationships/slide" Target="/ppt/slides/slide12.xml" Id="R6e1c51e8eb9e4b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9611e3f1c145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1844a70c5244ba" /><Relationship Type="http://schemas.openxmlformats.org/officeDocument/2006/relationships/notesMaster" Target="/ppt/notesMasters/notesMaster1.xml" Id="R4579c66ebab14f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309031096f48f4" /><Relationship Type="http://schemas.openxmlformats.org/officeDocument/2006/relationships/notesMaster" Target="/ppt/notesMasters/notesMaster1.xml" Id="R586427ea3e7540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ea91f3f5454465" /><Relationship Type="http://schemas.openxmlformats.org/officeDocument/2006/relationships/notesMaster" Target="/ppt/notesMasters/notesMaster1.xml" Id="R12628c562e2846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42a8c490f74f74" /><Relationship Type="http://schemas.openxmlformats.org/officeDocument/2006/relationships/notesMaster" Target="/ppt/notesMasters/notesMaster1.xml" Id="R3edb84d6597f4d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4681834890479a" /><Relationship Type="http://schemas.openxmlformats.org/officeDocument/2006/relationships/notesMaster" Target="/ppt/notesMasters/notesMaster1.xml" Id="Rfd60c42aa18446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6f0dfd64474c22" /><Relationship Type="http://schemas.openxmlformats.org/officeDocument/2006/relationships/notesMaster" Target="/ppt/notesMasters/notesMaster1.xml" Id="R0be7e2a76dcd4d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2d638168b4490b" /><Relationship Type="http://schemas.openxmlformats.org/officeDocument/2006/relationships/notesMaster" Target="/ppt/notesMasters/notesMaster1.xml" Id="R9d48d42967c940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16cc58b95c4d55" /><Relationship Type="http://schemas.openxmlformats.org/officeDocument/2006/relationships/notesMaster" Target="/ppt/notesMasters/notesMaster1.xml" Id="R2a08256f3b254c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f49a3394b445ff" /><Relationship Type="http://schemas.openxmlformats.org/officeDocument/2006/relationships/notesMaster" Target="/ppt/notesMasters/notesMaster1.xml" Id="R8618b1b1534a42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270adb334e4dcd" /><Relationship Type="http://schemas.openxmlformats.org/officeDocument/2006/relationships/notesMaster" Target="/ppt/notesMasters/notesMaster1.xml" Id="Rb14defdf1b1941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0e4e66fa8d4bbf" /><Relationship Type="http://schemas.openxmlformats.org/officeDocument/2006/relationships/notesMaster" Target="/ppt/notesMasters/notesMaster1.xml" Id="Rd9b543a6bdb344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b905530adb47aa" /><Relationship Type="http://schemas.openxmlformats.org/officeDocument/2006/relationships/notesMaster" Target="/ppt/notesMasters/notesMaster1.xml" Id="R881e3b00ebda49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レイアウト：表紙。タイトルは2～3行、副題は1行。氏名・所属・日付を更新してください。添付の研究テーマを見本として使用しています。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レイアウト：章扉。話題が切り替わる位置に配置します。章番号、章タイトル、章で扱う内容を差し替えます。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レイアウト：1メッセージ。中央の結論は2行まで。根拠は左右に短く分けて配置します。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レイアウト：3枚のカード。各見出しは短く、説明は2行以内にします。カードの幅と余白を揃えてください。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レイアウト：4段階のプロセス。研究の実験工程にも使用できます。ノードとコネクタは編集可能です。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レイアウト：左右の比較。変異前後、正規化前後などに使えます。同じ観点を同じ高さに揃えます。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レイアウト：構成図。左は入力、中央は処理、右は出力。実際の接続条件や境界に合わせて見出し・線を変更してください。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レイアウト：KPI。XXは数値用プレースホルダーです。実測値、単位、対象期間を更新してください。結果を捏造せず、未測定なら未測定と記載します。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レイアウト：編集可能な棒グラフ。表示値60・40・70は書式確認用の架空データです。実験結果ではありません。PowerPointの「データの編集」からカテゴリ・値を変更します。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レイアウト：ロードマップ。月・期間と作業内容を差し替えます。紫は現在または重点期間です。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レイアウト：まとめ。結論は1文、相談事項は2点程度。最後に次の行動や質問を具体的に示します。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ガイドは発表前に削除してください。必要なスライドを複製し、見本文字を置換します。タイトルや本文を短くし、図解を大きく保ちます。研究テーマの30枚分の本文を作成した資料ではなく、汎用レイアウト集で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4356d993e84d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0bf533b3de4b3b" /><Relationship Type="http://schemas.openxmlformats.org/officeDocument/2006/relationships/slideLayout" Target="/ppt/slideLayouts/slideLayout1.xml" Id="Rf5b741f65f7a43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b741f65f7a43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4186016ee4dd1" /><Relationship Type="http://schemas.openxmlformats.org/officeDocument/2006/relationships/notesSlide" Target="/ppt/notesSlides/notesSlide1.xml" Id="R95f0ad59a13b45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6bf9a5cdd4126" /><Relationship Type="http://schemas.openxmlformats.org/officeDocument/2006/relationships/notesSlide" Target="/ppt/notesSlides/notesSlide2.xml" Id="R1c53856d2f594d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dfeae0f78495e" /><Relationship Type="http://schemas.openxmlformats.org/officeDocument/2006/relationships/notesSlide" Target="/ppt/notesSlides/notesSlide3.xml" Id="Rf8acb516309b45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8f18e41da484e" /><Relationship Type="http://schemas.openxmlformats.org/officeDocument/2006/relationships/notesSlide" Target="/ppt/notesSlides/notesSlide4.xml" Id="R4a781edcc5694b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3be90a47c432e" /><Relationship Type="http://schemas.openxmlformats.org/officeDocument/2006/relationships/notesSlide" Target="/ppt/notesSlides/notesSlide5.xml" Id="R4d0beebf345a4a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81a6af5314080" /><Relationship Type="http://schemas.openxmlformats.org/officeDocument/2006/relationships/notesSlide" Target="/ppt/notesSlides/notesSlide6.xml" Id="R6c266763e2244d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c3e50c1f243b2" /><Relationship Type="http://schemas.openxmlformats.org/officeDocument/2006/relationships/notesSlide" Target="/ppt/notesSlides/notesSlide7.xml" Id="R5b73dfca98514b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2bfe4154c4e9d" /><Relationship Type="http://schemas.openxmlformats.org/officeDocument/2006/relationships/notesSlide" Target="/ppt/notesSlides/notesSlide8.xml" Id="R4eb80bb1e4bb45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84e351b13471d" /><Relationship Type="http://schemas.openxmlformats.org/officeDocument/2006/relationships/chart" Target="/ppt/slides/charts/chart1.xml" Id="Rf87811a2c7744449" /><Relationship Type="http://schemas.openxmlformats.org/officeDocument/2006/relationships/notesSlide" Target="/ppt/notesSlides/notesSlide9.xml" Id="R0361343f36004b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90f0ba9cf458d" /><Relationship Type="http://schemas.openxmlformats.org/officeDocument/2006/relationships/notesSlide" Target="/ppt/notesSlides/notesSlide10.xml" Id="R4225d6f983c046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7fe4c85cf4eb4" /><Relationship Type="http://schemas.openxmlformats.org/officeDocument/2006/relationships/notesSlide" Target="/ppt/notesSlides/notesSlide11.xml" Id="Rfc5831b4e57d41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60ca8b3a34be6" /><Relationship Type="http://schemas.openxmlformats.org/officeDocument/2006/relationships/notesSlide" Target="/ppt/notesSlides/notesSlide12.xml" Id="Rd0706cff134b419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サンプル値</c:v>
          </c:tx>
          <c:spPr>
            <a:solidFill xmlns:a="http://schemas.openxmlformats.org/drawingml/2006/main">
              <a:srgbClr val="7352B9"/>
            </a:solidFill>
          </c:spPr>
          <c:cat>
            <c:strRef>
              <c:f>'Chart Data'!$A$2:$A$4</c:f>
              <c:strCache>
                <c:ptCount val="3"/>
                <c:pt idx="0">
                  <c:v>条件 A</c:v>
                </c:pt>
                <c:pt idx="1">
                  <c:v>条件 B</c:v>
                </c:pt>
                <c:pt idx="2">
                  <c:v>条件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60</c:v>
                </c:pt>
                <c:pt idx="1">
                  <c:v>40</c:v>
                </c:pt>
                <c:pt idx="2">
                  <c:v>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5232B"/>
                  </a:solidFill>
                  <a:latin typeface="Meiryo"/>
                  <a:ea typeface="Meiryo"/>
                  <a:cs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hape-1">
            <a:extLst xmlns:a="http://schemas.openxmlformats.org/drawingml/2006/main">
              <a:ext uri="{FF2B5EF4-FFF2-40B4-BE49-F238E27FC236}">
                <a16:creationId xmlns:a16="http://schemas.microsoft.com/office/drawing/2014/main" id="{6DD48759-2A22-44FF-99C0-B148D9E7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2" name="shape-2">
            <a:extLst xmlns:a="http://schemas.openxmlformats.org/drawingml/2006/main">
              <a:ext uri="{FF2B5EF4-FFF2-40B4-BE49-F238E27FC236}">
                <a16:creationId xmlns:a16="http://schemas.microsoft.com/office/drawing/2014/main" id="{E7D4969D-E859-4951-884C-F598FBF7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3">
            <a:extLst xmlns:a="http://schemas.openxmlformats.org/drawingml/2006/main">
              <a:ext uri="{FF2B5EF4-FFF2-40B4-BE49-F238E27FC236}">
                <a16:creationId xmlns:a16="http://schemas.microsoft.com/office/drawing/2014/main" id="{AA835178-A461-49AB-8B09-AD10094A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40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難読化されたWebAssembly</a:t>
            </a:r>
          </a:p>
          <a:p xmlns:a="http://schemas.openxmlformats.org/drawingml/2006/main">
            <a:pPr algn="l">
              <a:defRPr sz="40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40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クリプトジャッキングの</a:t>
            </a:r>
          </a:p>
          <a:p xmlns:a="http://schemas.openxmlformats.org/drawingml/2006/main">
            <a:pPr algn="l">
              <a:defRPr sz="40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40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検知耐性評価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38E384A6-48BA-4DFC-A13F-58BA4D2F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wasm-mutateによるバイナリ多様化とコード正規化</a:t>
            </a:r>
          </a:p>
        </p:txBody>
      </p:sp>
      <p:sp>
        <p:nvSpPr>
          <p:cNvPr id="5" name="shape-5">
            <a:extLst xmlns:a="http://schemas.openxmlformats.org/drawingml/2006/main">
              <a:ext uri="{FF2B5EF4-FFF2-40B4-BE49-F238E27FC236}">
                <a16:creationId xmlns:a16="http://schemas.microsoft.com/office/drawing/2014/main" id="{D3084366-BA36-425A-A710-E71CAF1B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6" name="shape-6">
            <a:extLst xmlns:a="http://schemas.openxmlformats.org/drawingml/2006/main">
              <a:ext uri="{FF2B5EF4-FFF2-40B4-BE49-F238E27FC236}">
                <a16:creationId xmlns:a16="http://schemas.microsoft.com/office/drawing/2014/main" id="{D79E12AC-829D-4270-9309-78B6AE7C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氏名 / 所属</a:t>
            </a:r>
          </a:p>
        </p:txBody>
      </p:sp>
      <p:sp>
        <p:nvSpPr>
          <p:cNvPr id="7" name="shape-7">
            <a:extLst xmlns:a="http://schemas.openxmlformats.org/drawingml/2006/main">
              <a:ext uri="{FF2B5EF4-FFF2-40B4-BE49-F238E27FC236}">
                <a16:creationId xmlns:a16="http://schemas.microsoft.com/office/drawing/2014/main" id="{175F905D-FF44-4605-B0A3-2F637D19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724525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YYYY.MM.DD</a:t>
            </a:r>
          </a:p>
        </p:txBody>
      </p:sp>
    </p:spTree>
    <p:extLst>
      <p:ext uri="{BB962C8B-B14F-4D97-AF65-F5344CB8AC3E}">
        <p14:creationId xmlns:p14="http://schemas.microsoft.com/office/powerpoint/2010/main" val="1506492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-8">
            <a:extLst xmlns:a="http://schemas.openxmlformats.org/drawingml/2006/main">
              <a:ext uri="{FF2B5EF4-FFF2-40B4-BE49-F238E27FC236}">
                <a16:creationId xmlns:a16="http://schemas.microsoft.com/office/drawing/2014/main" id="{F634F5F5-977B-479E-9F63-50927D53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2" name="shape-9">
            <a:extLst xmlns:a="http://schemas.openxmlformats.org/drawingml/2006/main">
              <a:ext uri="{FF2B5EF4-FFF2-40B4-BE49-F238E27FC236}">
                <a16:creationId xmlns:a16="http://schemas.microsoft.com/office/drawing/2014/main" id="{9A71B59B-B529-4A02-A0CE-D46B4563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66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3" name="shape-10">
            <a:extLst xmlns:a="http://schemas.openxmlformats.org/drawingml/2006/main">
              <a:ext uri="{FF2B5EF4-FFF2-40B4-BE49-F238E27FC236}">
                <a16:creationId xmlns:a16="http://schemas.microsoft.com/office/drawing/2014/main" id="{1AD27CA5-4362-40A2-9DFF-D9948C6D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43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章タイトル</a:t>
            </a:r>
          </a:p>
        </p:txBody>
      </p:sp>
      <p:sp>
        <p:nvSpPr>
          <p:cNvPr id="4" name="shape-11">
            <a:extLst xmlns:a="http://schemas.openxmlformats.org/drawingml/2006/main">
              <a:ext uri="{FF2B5EF4-FFF2-40B4-BE49-F238E27FC236}">
                <a16:creationId xmlns:a16="http://schemas.microsoft.com/office/drawing/2014/main" id="{79A0F06A-68EE-47DA-A55F-BAA4427F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この章で伝えることを、ひと言で</a:t>
            </a:r>
          </a:p>
        </p:txBody>
      </p:sp>
      <p:sp>
        <p:nvSpPr>
          <p:cNvPr id="5" name="shape-12">
            <a:extLst xmlns:a="http://schemas.openxmlformats.org/drawingml/2006/main">
              <a:ext uri="{FF2B5EF4-FFF2-40B4-BE49-F238E27FC236}">
                <a16:creationId xmlns:a16="http://schemas.microsoft.com/office/drawing/2014/main" id="{BEC92082-7F70-475D-A1E0-A3173110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934018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13">
            <a:extLst xmlns:a="http://schemas.openxmlformats.org/drawingml/2006/main">
              <a:ext uri="{FF2B5EF4-FFF2-40B4-BE49-F238E27FC236}">
                <a16:creationId xmlns:a16="http://schemas.microsoft.com/office/drawing/2014/main" id="{1EA0BFD8-AFFC-4093-A5F8-51DEC1F3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結論をひと言で</a:t>
            </a:r>
          </a:p>
        </p:txBody>
      </p:sp>
      <p:sp>
        <p:nvSpPr>
          <p:cNvPr id="2" name="shape-14">
            <a:extLst xmlns:a="http://schemas.openxmlformats.org/drawingml/2006/main">
              <a:ext uri="{FF2B5EF4-FFF2-40B4-BE49-F238E27FC236}">
                <a16:creationId xmlns:a16="http://schemas.microsoft.com/office/drawing/2014/main" id="{4FE2AFA6-3ED8-42FC-B2F3-907DBAFF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5">
            <a:extLst xmlns:a="http://schemas.openxmlformats.org/drawingml/2006/main">
              <a:ext uri="{FF2B5EF4-FFF2-40B4-BE49-F238E27FC236}">
                <a16:creationId xmlns:a16="http://schemas.microsoft.com/office/drawing/2014/main" id="{353480EA-4FDD-4086-90AD-64178CB5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4" name="shape-16">
            <a:extLst xmlns:a="http://schemas.openxmlformats.org/drawingml/2006/main">
              <a:ext uri="{FF2B5EF4-FFF2-40B4-BE49-F238E27FC236}">
                <a16:creationId xmlns:a16="http://schemas.microsoft.com/office/drawing/2014/main" id="{7CC96959-BA00-4989-BF1C-AD3DAE1F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8204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5" name="shape-17">
            <a:extLst xmlns:a="http://schemas.openxmlformats.org/drawingml/2006/main">
              <a:ext uri="{FF2B5EF4-FFF2-40B4-BE49-F238E27FC236}">
                <a16:creationId xmlns:a16="http://schemas.microsoft.com/office/drawing/2014/main" id="{63AAC5D6-4A20-420D-BBBE-8E84063A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10058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最も伝えたいメッセージを</a:t>
            </a:r>
          </a:p>
          <a:p xmlns:a="http://schemas.openxmlformats.org/drawingml/2006/main">
            <a:pPr algn="l">
              <a:defRPr sz="33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ここに記入</a:t>
            </a:r>
          </a:p>
        </p:txBody>
      </p:sp>
      <p:sp>
        <p:nvSpPr>
          <p:cNvPr id="6" name="shape-18">
            <a:extLst xmlns:a="http://schemas.openxmlformats.org/drawingml/2006/main">
              <a:ext uri="{FF2B5EF4-FFF2-40B4-BE49-F238E27FC236}">
                <a16:creationId xmlns:a16="http://schemas.microsoft.com/office/drawing/2014/main" id="{7ACCB28F-9634-4B21-B426-D278BB5C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根拠 01</a:t>
            </a:r>
          </a:p>
        </p:txBody>
      </p:sp>
      <p:sp>
        <p:nvSpPr>
          <p:cNvPr id="7" name="shape-19">
            <a:extLst xmlns:a="http://schemas.openxmlformats.org/drawingml/2006/main">
              <a:ext uri="{FF2B5EF4-FFF2-40B4-BE49-F238E27FC236}">
                <a16:creationId xmlns:a16="http://schemas.microsoft.com/office/drawing/2014/main" id="{86F83DFD-35DA-4D76-B9AC-00CCAB16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結論を支える事実を短く</a:t>
            </a:r>
          </a:p>
        </p:txBody>
      </p:sp>
      <p:sp>
        <p:nvSpPr>
          <p:cNvPr id="8" name="shape-20">
            <a:extLst xmlns:a="http://schemas.openxmlformats.org/drawingml/2006/main">
              <a:ext uri="{FF2B5EF4-FFF2-40B4-BE49-F238E27FC236}">
                <a16:creationId xmlns:a16="http://schemas.microsoft.com/office/drawing/2014/main" id="{DC4880D9-1532-4CEC-8F13-C4DEAD7C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81525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根拠 02</a:t>
            </a:r>
          </a:p>
        </p:txBody>
      </p:sp>
      <p:sp>
        <p:nvSpPr>
          <p:cNvPr id="9" name="shape-21">
            <a:extLst xmlns:a="http://schemas.openxmlformats.org/drawingml/2006/main">
              <a:ext uri="{FF2B5EF4-FFF2-40B4-BE49-F238E27FC236}">
                <a16:creationId xmlns:a16="http://schemas.microsoft.com/office/drawing/2014/main" id="{D9D5948D-DAD1-4B5D-83FE-48FE2652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48250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比較・観察結果をひと言で</a:t>
            </a:r>
          </a:p>
        </p:txBody>
      </p:sp>
    </p:spTree>
    <p:extLst>
      <p:ext uri="{BB962C8B-B14F-4D97-AF65-F5344CB8AC3E}">
        <p14:creationId xmlns:p14="http://schemas.microsoft.com/office/powerpoint/2010/main" val="8014077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hape-22">
            <a:extLst xmlns:a="http://schemas.openxmlformats.org/drawingml/2006/main">
              <a:ext uri="{FF2B5EF4-FFF2-40B4-BE49-F238E27FC236}">
                <a16:creationId xmlns:a16="http://schemas.microsoft.com/office/drawing/2014/main" id="{1A3C370F-F4EC-4910-974C-0E17F46E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重要なポイント</a:t>
            </a:r>
          </a:p>
        </p:txBody>
      </p:sp>
      <p:sp>
        <p:nvSpPr>
          <p:cNvPr id="2" name="shape-23">
            <a:extLst xmlns:a="http://schemas.openxmlformats.org/drawingml/2006/main">
              <a:ext uri="{FF2B5EF4-FFF2-40B4-BE49-F238E27FC236}">
                <a16:creationId xmlns:a16="http://schemas.microsoft.com/office/drawing/2014/main" id="{6EE61E7E-DB9A-4AEF-8CC4-85724348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24">
            <a:extLst xmlns:a="http://schemas.openxmlformats.org/drawingml/2006/main">
              <a:ext uri="{FF2B5EF4-FFF2-40B4-BE49-F238E27FC236}">
                <a16:creationId xmlns:a16="http://schemas.microsoft.com/office/drawing/2014/main" id="{AF581537-82BC-472B-8794-D673F70D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4" name="shape-25">
            <a:extLst xmlns:a="http://schemas.openxmlformats.org/drawingml/2006/main">
              <a:ext uri="{FF2B5EF4-FFF2-40B4-BE49-F238E27FC236}">
                <a16:creationId xmlns:a16="http://schemas.microsoft.com/office/drawing/2014/main" id="{4FA5F96B-482F-47DE-B4BE-7311290E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4290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5" name="shape-26">
            <a:extLst xmlns:a="http://schemas.openxmlformats.org/drawingml/2006/main">
              <a:ext uri="{FF2B5EF4-FFF2-40B4-BE49-F238E27FC236}">
                <a16:creationId xmlns:a16="http://schemas.microsoft.com/office/drawing/2014/main" id="{B0E272A7-A1F9-409A-848D-FB8F1B01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027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6" name="shape-27">
            <a:extLst xmlns:a="http://schemas.openxmlformats.org/drawingml/2006/main">
              <a:ext uri="{FF2B5EF4-FFF2-40B4-BE49-F238E27FC236}">
                <a16:creationId xmlns:a16="http://schemas.microsoft.com/office/drawing/2014/main" id="{1CFA328D-57BF-414E-9CFE-D37619A5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52725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ポイント 1</a:t>
            </a:r>
          </a:p>
        </p:txBody>
      </p:sp>
      <p:sp>
        <p:nvSpPr>
          <p:cNvPr id="7" name="shape-28">
            <a:extLst xmlns:a="http://schemas.openxmlformats.org/drawingml/2006/main">
              <a:ext uri="{FF2B5EF4-FFF2-40B4-BE49-F238E27FC236}">
                <a16:creationId xmlns:a16="http://schemas.microsoft.com/office/drawing/2014/main" id="{4F872F9F-0020-4C0D-9F1E-7E7D177A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8956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短い説明を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8" name="shape-29">
            <a:extLst xmlns:a="http://schemas.openxmlformats.org/drawingml/2006/main">
              <a:ext uri="{FF2B5EF4-FFF2-40B4-BE49-F238E27FC236}">
                <a16:creationId xmlns:a16="http://schemas.microsoft.com/office/drawing/2014/main" id="{B6EAFC20-1D88-4AD5-BF68-D44785BE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62150"/>
            <a:ext cx="34290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9" name="shape-30">
            <a:extLst xmlns:a="http://schemas.openxmlformats.org/drawingml/2006/main">
              <a:ext uri="{FF2B5EF4-FFF2-40B4-BE49-F238E27FC236}">
                <a16:creationId xmlns:a16="http://schemas.microsoft.com/office/drawing/2014/main" id="{A9889848-39E4-4C3D-AB41-727CBB5D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0027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shape-31">
            <a:extLst xmlns:a="http://schemas.openxmlformats.org/drawingml/2006/main">
              <a:ext uri="{FF2B5EF4-FFF2-40B4-BE49-F238E27FC236}">
                <a16:creationId xmlns:a16="http://schemas.microsoft.com/office/drawing/2014/main" id="{B1CF823B-7814-4249-BCE9-C211DF2A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52725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ポイント 2</a:t>
            </a:r>
          </a:p>
        </p:txBody>
      </p:sp>
      <p:sp>
        <p:nvSpPr>
          <p:cNvPr id="11" name="shape-32">
            <a:extLst xmlns:a="http://schemas.openxmlformats.org/drawingml/2006/main">
              <a:ext uri="{FF2B5EF4-FFF2-40B4-BE49-F238E27FC236}">
                <a16:creationId xmlns:a16="http://schemas.microsoft.com/office/drawing/2014/main" id="{40BAAF22-81EB-4D3E-A8EF-A5D40F41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24250"/>
            <a:ext cx="28956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短い説明を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12" name="shape-33">
            <a:extLst xmlns:a="http://schemas.openxmlformats.org/drawingml/2006/main">
              <a:ext uri="{FF2B5EF4-FFF2-40B4-BE49-F238E27FC236}">
                <a16:creationId xmlns:a16="http://schemas.microsoft.com/office/drawing/2014/main" id="{84AC210D-7302-4D62-8DC8-1B5573AF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62150"/>
            <a:ext cx="34290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13" name="shape-34">
            <a:extLst xmlns:a="http://schemas.openxmlformats.org/drawingml/2006/main">
              <a:ext uri="{FF2B5EF4-FFF2-40B4-BE49-F238E27FC236}">
                <a16:creationId xmlns:a16="http://schemas.microsoft.com/office/drawing/2014/main" id="{424C332E-D8D2-47E8-BA1A-1083E2BC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027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shape-35">
            <a:extLst xmlns:a="http://schemas.openxmlformats.org/drawingml/2006/main">
              <a:ext uri="{FF2B5EF4-FFF2-40B4-BE49-F238E27FC236}">
                <a16:creationId xmlns:a16="http://schemas.microsoft.com/office/drawing/2014/main" id="{94DDAA4A-6FA8-4C94-84A8-B8799BCA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52725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ポイント 3</a:t>
            </a:r>
          </a:p>
        </p:txBody>
      </p:sp>
      <p:sp>
        <p:nvSpPr>
          <p:cNvPr id="15" name="shape-36">
            <a:extLst xmlns:a="http://schemas.openxmlformats.org/drawingml/2006/main">
              <a:ext uri="{FF2B5EF4-FFF2-40B4-BE49-F238E27FC236}">
                <a16:creationId xmlns:a16="http://schemas.microsoft.com/office/drawing/2014/main" id="{CF8E06CE-D27A-4DC8-880B-C7736379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24250"/>
            <a:ext cx="28956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短い説明を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</p:spTree>
    <p:extLst>
      <p:ext uri="{BB962C8B-B14F-4D97-AF65-F5344CB8AC3E}">
        <p14:creationId xmlns:p14="http://schemas.microsoft.com/office/powerpoint/2010/main" val="1939334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hape-37">
            <a:extLst xmlns:a="http://schemas.openxmlformats.org/drawingml/2006/main">
              <a:ext uri="{FF2B5EF4-FFF2-40B4-BE49-F238E27FC236}">
                <a16:creationId xmlns:a16="http://schemas.microsoft.com/office/drawing/2014/main" id="{D7E20386-888C-4D89-8B37-744CBC9C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実施の流れ</a:t>
            </a:r>
          </a:p>
        </p:txBody>
      </p:sp>
      <p:sp>
        <p:nvSpPr>
          <p:cNvPr id="2" name="shape-38">
            <a:extLst xmlns:a="http://schemas.openxmlformats.org/drawingml/2006/main">
              <a:ext uri="{FF2B5EF4-FFF2-40B4-BE49-F238E27FC236}">
                <a16:creationId xmlns:a16="http://schemas.microsoft.com/office/drawing/2014/main" id="{57043988-49DA-4355-8E0B-4CC01597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39">
            <a:extLst xmlns:a="http://schemas.openxmlformats.org/drawingml/2006/main">
              <a:ext uri="{FF2B5EF4-FFF2-40B4-BE49-F238E27FC236}">
                <a16:creationId xmlns:a16="http://schemas.microsoft.com/office/drawing/2014/main" id="{ED85D35B-CC9E-4972-86DD-B54F8EF6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4" name="shape-40">
            <a:extLst xmlns:a="http://schemas.openxmlformats.org/drawingml/2006/main">
              <a:ext uri="{FF2B5EF4-FFF2-40B4-BE49-F238E27FC236}">
                <a16:creationId xmlns:a16="http://schemas.microsoft.com/office/drawing/2014/main" id="{5BCD8238-E29D-4A96-AF03-2BD95610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5" name="shape-41">
            <a:extLst xmlns:a="http://schemas.openxmlformats.org/drawingml/2006/main">
              <a:ext uri="{FF2B5EF4-FFF2-40B4-BE49-F238E27FC236}">
                <a16:creationId xmlns:a16="http://schemas.microsoft.com/office/drawing/2014/main" id="{E445D868-ED0E-465F-AAC5-3A8B7E27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533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6" name="shape-42">
            <a:extLst xmlns:a="http://schemas.openxmlformats.org/drawingml/2006/main">
              <a:ext uri="{FF2B5EF4-FFF2-40B4-BE49-F238E27FC236}">
                <a16:creationId xmlns:a16="http://schemas.microsoft.com/office/drawing/2014/main" id="{133E2F07-29C4-4008-97B2-0FC0B8AC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準備</a:t>
            </a:r>
          </a:p>
        </p:txBody>
      </p:sp>
      <p:sp>
        <p:nvSpPr>
          <p:cNvPr id="7" name="shape-43">
            <a:extLst xmlns:a="http://schemas.openxmlformats.org/drawingml/2006/main">
              <a:ext uri="{FF2B5EF4-FFF2-40B4-BE49-F238E27FC236}">
                <a16:creationId xmlns:a16="http://schemas.microsoft.com/office/drawing/2014/main" id="{5B0D5840-0DD4-4BCA-BE2C-24353ED3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2533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対象・条件を定義</a:t>
            </a:r>
          </a:p>
        </p:txBody>
      </p:sp>
      <p:sp>
        <p:nvSpPr>
          <p:cNvPr id="8" name="shape-44">
            <a:extLst xmlns:a="http://schemas.openxmlformats.org/drawingml/2006/main">
              <a:ext uri="{FF2B5EF4-FFF2-40B4-BE49-F238E27FC236}">
                <a16:creationId xmlns:a16="http://schemas.microsoft.com/office/drawing/2014/main" id="{B21314EF-5614-4E10-A06A-8B53EC19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478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9" name="shape-45">
            <a:extLst xmlns:a="http://schemas.openxmlformats.org/drawingml/2006/main">
              <a:ext uri="{FF2B5EF4-FFF2-40B4-BE49-F238E27FC236}">
                <a16:creationId xmlns:a16="http://schemas.microsoft.com/office/drawing/2014/main" id="{E9436938-B5BB-4405-A5A2-3A8FE413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86050"/>
            <a:ext cx="2533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10" name="shape-46">
            <a:extLst xmlns:a="http://schemas.openxmlformats.org/drawingml/2006/main">
              <a:ext uri="{FF2B5EF4-FFF2-40B4-BE49-F238E27FC236}">
                <a16:creationId xmlns:a16="http://schemas.microsoft.com/office/drawing/2014/main" id="{4EECBBBE-9940-497B-91CE-E6B9E0B4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実施</a:t>
            </a:r>
          </a:p>
        </p:txBody>
      </p:sp>
      <p:sp>
        <p:nvSpPr>
          <p:cNvPr id="11" name="shape-47">
            <a:extLst xmlns:a="http://schemas.openxmlformats.org/drawingml/2006/main">
              <a:ext uri="{FF2B5EF4-FFF2-40B4-BE49-F238E27FC236}">
                <a16:creationId xmlns:a16="http://schemas.microsoft.com/office/drawing/2014/main" id="{2AE88EB6-B026-4C3F-A146-BEB07652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00525"/>
            <a:ext cx="2533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手順に沿って実行</a:t>
            </a:r>
          </a:p>
        </p:txBody>
      </p:sp>
      <p:sp>
        <p:nvSpPr>
          <p:cNvPr id="12" name="shape-48">
            <a:extLst xmlns:a="http://schemas.openxmlformats.org/drawingml/2006/main">
              <a:ext uri="{FF2B5EF4-FFF2-40B4-BE49-F238E27FC236}">
                <a16:creationId xmlns:a16="http://schemas.microsoft.com/office/drawing/2014/main" id="{78A3ED97-5D7F-4FF0-8AE1-1CFA5E88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478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3" name="shape-49">
            <a:extLst xmlns:a="http://schemas.openxmlformats.org/drawingml/2006/main">
              <a:ext uri="{FF2B5EF4-FFF2-40B4-BE49-F238E27FC236}">
                <a16:creationId xmlns:a16="http://schemas.microsoft.com/office/drawing/2014/main" id="{9A937A11-B46B-4D2A-A18B-D441B557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533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14" name="shape-50">
            <a:extLst xmlns:a="http://schemas.openxmlformats.org/drawingml/2006/main">
              <a:ext uri="{FF2B5EF4-FFF2-40B4-BE49-F238E27FC236}">
                <a16:creationId xmlns:a16="http://schemas.microsoft.com/office/drawing/2014/main" id="{9970376A-39BF-4E65-B52F-1E5778B8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比較</a:t>
            </a:r>
          </a:p>
        </p:txBody>
      </p:sp>
      <p:sp>
        <p:nvSpPr>
          <p:cNvPr id="15" name="shape-51">
            <a:extLst xmlns:a="http://schemas.openxmlformats.org/drawingml/2006/main">
              <a:ext uri="{FF2B5EF4-FFF2-40B4-BE49-F238E27FC236}">
                <a16:creationId xmlns:a16="http://schemas.microsoft.com/office/drawing/2014/main" id="{A41F1D55-5F72-402E-AAA7-19E3C8DB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00525"/>
            <a:ext cx="2533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結果を並べて確認</a:t>
            </a:r>
          </a:p>
        </p:txBody>
      </p:sp>
      <p:sp>
        <p:nvSpPr>
          <p:cNvPr id="16" name="shape-52">
            <a:extLst xmlns:a="http://schemas.openxmlformats.org/drawingml/2006/main">
              <a:ext uri="{FF2B5EF4-FFF2-40B4-BE49-F238E27FC236}">
                <a16:creationId xmlns:a16="http://schemas.microsoft.com/office/drawing/2014/main" id="{8AF77DB9-6C3B-4B27-8311-1106ABCA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478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7" name="shape-53">
            <a:extLst xmlns:a="http://schemas.openxmlformats.org/drawingml/2006/main">
              <a:ext uri="{FF2B5EF4-FFF2-40B4-BE49-F238E27FC236}">
                <a16:creationId xmlns:a16="http://schemas.microsoft.com/office/drawing/2014/main" id="{B77F7F19-6030-4E63-933B-A9DF087C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86050"/>
            <a:ext cx="2533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18" name="shape-54">
            <a:extLst xmlns:a="http://schemas.openxmlformats.org/drawingml/2006/main">
              <a:ext uri="{FF2B5EF4-FFF2-40B4-BE49-F238E27FC236}">
                <a16:creationId xmlns:a16="http://schemas.microsoft.com/office/drawing/2014/main" id="{56455A00-C135-4215-98FD-F007CEE0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956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評価</a:t>
            </a:r>
          </a:p>
        </p:txBody>
      </p:sp>
      <p:sp>
        <p:nvSpPr>
          <p:cNvPr id="19" name="shape-55">
            <a:extLst xmlns:a="http://schemas.openxmlformats.org/drawingml/2006/main">
              <a:ext uri="{FF2B5EF4-FFF2-40B4-BE49-F238E27FC236}">
                <a16:creationId xmlns:a16="http://schemas.microsoft.com/office/drawing/2014/main" id="{09F49364-05D8-465F-897C-72CCC322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00525"/>
            <a:ext cx="2533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結論と課題を整理</a:t>
            </a:r>
          </a:p>
        </p:txBody>
      </p:sp>
      <p:cxnSp>
        <p:nvCxnSpPr>
          <p:cNvPr id="42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19450" y="32385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A2DF"/>
            </a:solidFill>
            <a:headEnd type="arrow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81700" y="32385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A2DF"/>
            </a:solidFill>
            <a:headEnd type="arrow" w="sm" len="sm"/>
          </a:ln>
        </p:spPr>
      </p:cxnSp>
      <p:cxnSp>
        <p:nvCxnSpPr>
          <p:cNvPr id="44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743950" y="32385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A2DF"/>
            </a:solidFill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16697148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hape-56">
            <a:extLst xmlns:a="http://schemas.openxmlformats.org/drawingml/2006/main">
              <a:ext uri="{FF2B5EF4-FFF2-40B4-BE49-F238E27FC236}">
                <a16:creationId xmlns:a16="http://schemas.microsoft.com/office/drawing/2014/main" id="{E5666303-3B75-40CF-B01B-29FD567B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2つの条件を比較</a:t>
            </a:r>
          </a:p>
        </p:txBody>
      </p:sp>
      <p:sp>
        <p:nvSpPr>
          <p:cNvPr id="2" name="shape-57">
            <a:extLst xmlns:a="http://schemas.openxmlformats.org/drawingml/2006/main">
              <a:ext uri="{FF2B5EF4-FFF2-40B4-BE49-F238E27FC236}">
                <a16:creationId xmlns:a16="http://schemas.microsoft.com/office/drawing/2014/main" id="{7A251961-F113-49AA-B758-016C14EC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58">
            <a:extLst xmlns:a="http://schemas.openxmlformats.org/drawingml/2006/main">
              <a:ext uri="{FF2B5EF4-FFF2-40B4-BE49-F238E27FC236}">
                <a16:creationId xmlns:a16="http://schemas.microsoft.com/office/drawing/2014/main" id="{9DF1B7B8-6084-4DA7-A7B4-435D6D01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4" name="shape-59">
            <a:extLst xmlns:a="http://schemas.openxmlformats.org/drawingml/2006/main">
              <a:ext uri="{FF2B5EF4-FFF2-40B4-BE49-F238E27FC236}">
                <a16:creationId xmlns:a16="http://schemas.microsoft.com/office/drawing/2014/main" id="{B25A6D70-6F82-436D-A5E5-9FC3736F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1435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5" name="shape-60">
            <a:extLst xmlns:a="http://schemas.openxmlformats.org/drawingml/2006/main">
              <a:ext uri="{FF2B5EF4-FFF2-40B4-BE49-F238E27FC236}">
                <a16:creationId xmlns:a16="http://schemas.microsoft.com/office/drawing/2014/main" id="{CC77832F-78B0-43B2-BF88-5B2F3B6D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54102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6" name="shape-61">
            <a:extLst xmlns:a="http://schemas.openxmlformats.org/drawingml/2006/main">
              <a:ext uri="{FF2B5EF4-FFF2-40B4-BE49-F238E27FC236}">
                <a16:creationId xmlns:a16="http://schemas.microsoft.com/office/drawing/2014/main" id="{07EBB70B-6A3B-4073-A311-235718FD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比較条件 A</a:t>
            </a:r>
          </a:p>
        </p:txBody>
      </p:sp>
      <p:sp>
        <p:nvSpPr>
          <p:cNvPr id="7" name="shape-62">
            <a:extLst xmlns:a="http://schemas.openxmlformats.org/drawingml/2006/main">
              <a:ext uri="{FF2B5EF4-FFF2-40B4-BE49-F238E27FC236}">
                <a16:creationId xmlns:a16="http://schemas.microsoft.com/office/drawing/2014/main" id="{CFCF6C52-0F9F-4F10-8A4E-901D7FAA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483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比較条件 B</a:t>
            </a:r>
          </a:p>
        </p:txBody>
      </p:sp>
      <p:sp>
        <p:nvSpPr>
          <p:cNvPr id="8" name="shape-63">
            <a:extLst xmlns:a="http://schemas.openxmlformats.org/drawingml/2006/main">
              <a:ext uri="{FF2B5EF4-FFF2-40B4-BE49-F238E27FC236}">
                <a16:creationId xmlns:a16="http://schemas.microsoft.com/office/drawing/2014/main" id="{D8129996-F822-4DF1-84A0-38BB0246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特徴</a:t>
            </a:r>
          </a:p>
        </p:txBody>
      </p:sp>
      <p:sp>
        <p:nvSpPr>
          <p:cNvPr id="9" name="shape-64">
            <a:extLst xmlns:a="http://schemas.openxmlformats.org/drawingml/2006/main">
              <a:ext uri="{FF2B5EF4-FFF2-40B4-BE49-F238E27FC236}">
                <a16:creationId xmlns:a16="http://schemas.microsoft.com/office/drawing/2014/main" id="{D8C41425-AA49-48FE-A5C1-917F7BE3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289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特徴をひと言で</a:t>
            </a:r>
          </a:p>
        </p:txBody>
      </p:sp>
      <p:sp>
        <p:nvSpPr>
          <p:cNvPr id="10" name="shape-65">
            <a:extLst xmlns:a="http://schemas.openxmlformats.org/drawingml/2006/main">
              <a:ext uri="{FF2B5EF4-FFF2-40B4-BE49-F238E27FC236}">
                <a16:creationId xmlns:a16="http://schemas.microsoft.com/office/drawing/2014/main" id="{9F7164E8-0A3C-46B4-92A9-973BBECE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特徴</a:t>
            </a:r>
          </a:p>
        </p:txBody>
      </p:sp>
      <p:sp>
        <p:nvSpPr>
          <p:cNvPr id="11" name="shape-66">
            <a:extLst xmlns:a="http://schemas.openxmlformats.org/drawingml/2006/main">
              <a:ext uri="{FF2B5EF4-FFF2-40B4-BE49-F238E27FC236}">
                <a16:creationId xmlns:a16="http://schemas.microsoft.com/office/drawing/2014/main" id="{BD77E36D-85B8-4CDE-996D-D741BF66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28950"/>
            <a:ext cx="3648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特徴をひと言で</a:t>
            </a:r>
          </a:p>
        </p:txBody>
      </p:sp>
      <p:sp>
        <p:nvSpPr>
          <p:cNvPr id="12" name="shape-67">
            <a:extLst xmlns:a="http://schemas.openxmlformats.org/drawingml/2006/main">
              <a:ext uri="{FF2B5EF4-FFF2-40B4-BE49-F238E27FC236}">
                <a16:creationId xmlns:a16="http://schemas.microsoft.com/office/drawing/2014/main" id="{DB0F3318-335E-4C69-A91F-1F681D65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利点</a:t>
            </a:r>
          </a:p>
        </p:txBody>
      </p:sp>
      <p:sp>
        <p:nvSpPr>
          <p:cNvPr id="13" name="shape-68">
            <a:extLst xmlns:a="http://schemas.openxmlformats.org/drawingml/2006/main">
              <a:ext uri="{FF2B5EF4-FFF2-40B4-BE49-F238E27FC236}">
                <a16:creationId xmlns:a16="http://schemas.microsoft.com/office/drawing/2014/main" id="{CC759CE6-7A0E-4AB6-808E-249CB27C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7190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利点をひと言で</a:t>
            </a:r>
          </a:p>
        </p:txBody>
      </p:sp>
      <p:sp>
        <p:nvSpPr>
          <p:cNvPr id="14" name="shape-69">
            <a:extLst xmlns:a="http://schemas.openxmlformats.org/drawingml/2006/main">
              <a:ext uri="{FF2B5EF4-FFF2-40B4-BE49-F238E27FC236}">
                <a16:creationId xmlns:a16="http://schemas.microsoft.com/office/drawing/2014/main" id="{27A0C421-2E95-4BA3-B277-D494B232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7190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利点</a:t>
            </a:r>
          </a:p>
        </p:txBody>
      </p:sp>
      <p:sp>
        <p:nvSpPr>
          <p:cNvPr id="15" name="shape-70">
            <a:extLst xmlns:a="http://schemas.openxmlformats.org/drawingml/2006/main">
              <a:ext uri="{FF2B5EF4-FFF2-40B4-BE49-F238E27FC236}">
                <a16:creationId xmlns:a16="http://schemas.microsoft.com/office/drawing/2014/main" id="{ED2289C8-9BAA-45B3-B240-6528FEE5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71900"/>
            <a:ext cx="3648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利点をひと言で</a:t>
            </a:r>
          </a:p>
        </p:txBody>
      </p:sp>
      <p:sp>
        <p:nvSpPr>
          <p:cNvPr id="16" name="shape-71">
            <a:extLst xmlns:a="http://schemas.openxmlformats.org/drawingml/2006/main">
              <a:ext uri="{FF2B5EF4-FFF2-40B4-BE49-F238E27FC236}">
                <a16:creationId xmlns:a16="http://schemas.microsoft.com/office/drawing/2014/main" id="{5F2A9DAA-FCE5-462B-A9C2-914F3A2E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17" name="shape-72">
            <a:extLst xmlns:a="http://schemas.openxmlformats.org/drawingml/2006/main">
              <a:ext uri="{FF2B5EF4-FFF2-40B4-BE49-F238E27FC236}">
                <a16:creationId xmlns:a16="http://schemas.microsoft.com/office/drawing/2014/main" id="{F7C8AA0B-3C1E-4823-A414-28E28EDF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課題をひと言で</a:t>
            </a:r>
          </a:p>
        </p:txBody>
      </p:sp>
      <p:sp>
        <p:nvSpPr>
          <p:cNvPr id="18" name="shape-73">
            <a:extLst xmlns:a="http://schemas.openxmlformats.org/drawingml/2006/main">
              <a:ext uri="{FF2B5EF4-FFF2-40B4-BE49-F238E27FC236}">
                <a16:creationId xmlns:a16="http://schemas.microsoft.com/office/drawing/2014/main" id="{F0B4E339-B41D-4F19-817D-C03EF977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148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19" name="shape-74">
            <a:extLst xmlns:a="http://schemas.openxmlformats.org/drawingml/2006/main">
              <a:ext uri="{FF2B5EF4-FFF2-40B4-BE49-F238E27FC236}">
                <a16:creationId xmlns:a16="http://schemas.microsoft.com/office/drawing/2014/main" id="{DE4DCE25-73D6-4E4C-8047-D74EEED1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14850"/>
            <a:ext cx="3648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課題をひと言で</a:t>
            </a:r>
          </a:p>
        </p:txBody>
      </p:sp>
      <p:sp>
        <p:nvSpPr>
          <p:cNvPr id="20" name="shape-75">
            <a:extLst xmlns:a="http://schemas.openxmlformats.org/drawingml/2006/main">
              <a:ext uri="{FF2B5EF4-FFF2-40B4-BE49-F238E27FC236}">
                <a16:creationId xmlns:a16="http://schemas.microsoft.com/office/drawing/2014/main" id="{E26338D8-DDB0-4BD0-AAD5-704CE756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比較から分かったことを1文で</a:t>
            </a:r>
          </a:p>
        </p:txBody>
      </p:sp>
    </p:spTree>
    <p:extLst>
      <p:ext uri="{BB962C8B-B14F-4D97-AF65-F5344CB8AC3E}">
        <p14:creationId xmlns:p14="http://schemas.microsoft.com/office/powerpoint/2010/main" val="11248546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hape-76">
            <a:extLst xmlns:a="http://schemas.openxmlformats.org/drawingml/2006/main">
              <a:ext uri="{FF2B5EF4-FFF2-40B4-BE49-F238E27FC236}">
                <a16:creationId xmlns:a16="http://schemas.microsoft.com/office/drawing/2014/main" id="{ECBB3F81-E354-4F46-BEF7-704F55DC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全体構成</a:t>
            </a:r>
          </a:p>
        </p:txBody>
      </p:sp>
      <p:sp>
        <p:nvSpPr>
          <p:cNvPr id="2" name="shape-77">
            <a:extLst xmlns:a="http://schemas.openxmlformats.org/drawingml/2006/main">
              <a:ext uri="{FF2B5EF4-FFF2-40B4-BE49-F238E27FC236}">
                <a16:creationId xmlns:a16="http://schemas.microsoft.com/office/drawing/2014/main" id="{5195640C-7148-4EF7-82E9-8EC2A22C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78">
            <a:extLst xmlns:a="http://schemas.openxmlformats.org/drawingml/2006/main">
              <a:ext uri="{FF2B5EF4-FFF2-40B4-BE49-F238E27FC236}">
                <a16:creationId xmlns:a16="http://schemas.microsoft.com/office/drawing/2014/main" id="{96883132-8BA4-4052-970B-28AA6696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7</a:t>
            </a:r>
          </a:p>
        </p:txBody>
      </p:sp>
      <p:sp>
        <p:nvSpPr>
          <p:cNvPr id="4" name="shape-79">
            <a:extLst xmlns:a="http://schemas.openxmlformats.org/drawingml/2006/main">
              <a:ext uri="{FF2B5EF4-FFF2-40B4-BE49-F238E27FC236}">
                <a16:creationId xmlns:a16="http://schemas.microsoft.com/office/drawing/2014/main" id="{538AF4D5-4D00-48B1-B80A-9CC25662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66900"/>
            <a:ext cx="4533900" cy="362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5" name="shape-80">
            <a:extLst xmlns:a="http://schemas.openxmlformats.org/drawingml/2006/main">
              <a:ext uri="{FF2B5EF4-FFF2-40B4-BE49-F238E27FC236}">
                <a16:creationId xmlns:a16="http://schemas.microsoft.com/office/drawing/2014/main" id="{168467A5-AD6D-4801-B756-7FF430C2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19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処理環境</a:t>
            </a:r>
          </a:p>
        </p:txBody>
      </p:sp>
      <p:sp>
        <p:nvSpPr>
          <p:cNvPr id="6" name="shape-81">
            <a:extLst xmlns:a="http://schemas.openxmlformats.org/drawingml/2006/main">
              <a:ext uri="{FF2B5EF4-FFF2-40B4-BE49-F238E27FC236}">
                <a16:creationId xmlns:a16="http://schemas.microsoft.com/office/drawing/2014/main" id="{3AB09AF5-C83E-44EA-B119-04E09514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533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7" name="shape-82">
            <a:extLst xmlns:a="http://schemas.openxmlformats.org/drawingml/2006/main">
              <a:ext uri="{FF2B5EF4-FFF2-40B4-BE49-F238E27FC236}">
                <a16:creationId xmlns:a16="http://schemas.microsoft.com/office/drawing/2014/main" id="{F7F85E8F-5E85-4ACD-8E0B-A50862C1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入力</a:t>
            </a:r>
          </a:p>
        </p:txBody>
      </p:sp>
      <p:sp>
        <p:nvSpPr>
          <p:cNvPr id="8" name="shape-83">
            <a:extLst xmlns:a="http://schemas.openxmlformats.org/drawingml/2006/main">
              <a:ext uri="{FF2B5EF4-FFF2-40B4-BE49-F238E27FC236}">
                <a16:creationId xmlns:a16="http://schemas.microsoft.com/office/drawing/2014/main" id="{D7A974A2-D71A-4043-A86A-D768AB1E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33700"/>
            <a:ext cx="3581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9" name="shape-84">
            <a:extLst xmlns:a="http://schemas.openxmlformats.org/drawingml/2006/main">
              <a:ext uri="{FF2B5EF4-FFF2-40B4-BE49-F238E27FC236}">
                <a16:creationId xmlns:a16="http://schemas.microsoft.com/office/drawing/2014/main" id="{5F8FECCD-CBA5-457F-9405-686BABF6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051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処理 1</a:t>
            </a:r>
          </a:p>
        </p:txBody>
      </p:sp>
      <p:sp>
        <p:nvSpPr>
          <p:cNvPr id="10" name="shape-85">
            <a:extLst xmlns:a="http://schemas.openxmlformats.org/drawingml/2006/main">
              <a:ext uri="{FF2B5EF4-FFF2-40B4-BE49-F238E27FC236}">
                <a16:creationId xmlns:a16="http://schemas.microsoft.com/office/drawing/2014/main" id="{A89E4C04-9FAA-4FD4-AF18-ACE94E83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67200"/>
            <a:ext cx="3581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11" name="shape-86">
            <a:extLst xmlns:a="http://schemas.openxmlformats.org/drawingml/2006/main">
              <a:ext uri="{FF2B5EF4-FFF2-40B4-BE49-F238E27FC236}">
                <a16:creationId xmlns:a16="http://schemas.microsoft.com/office/drawing/2014/main" id="{683BA5DD-EDDD-4D4C-A7B4-782DD5C1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386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処理 2</a:t>
            </a:r>
          </a:p>
        </p:txBody>
      </p:sp>
      <p:sp>
        <p:nvSpPr>
          <p:cNvPr id="12" name="shape-87">
            <a:extLst xmlns:a="http://schemas.openxmlformats.org/drawingml/2006/main">
              <a:ext uri="{FF2B5EF4-FFF2-40B4-BE49-F238E27FC236}">
                <a16:creationId xmlns:a16="http://schemas.microsoft.com/office/drawing/2014/main" id="{69C5B605-8F58-44D6-A182-42D78D9A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81350"/>
            <a:ext cx="2514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13" name="shape-88">
            <a:extLst xmlns:a="http://schemas.openxmlformats.org/drawingml/2006/main">
              <a:ext uri="{FF2B5EF4-FFF2-40B4-BE49-F238E27FC236}">
                <a16:creationId xmlns:a16="http://schemas.microsoft.com/office/drawing/2014/main" id="{BE7B7D9D-36A7-4D7C-AA8A-2BE59007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00425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出力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19450" y="3381375"/>
            <a:ext cx="1085850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8A2DF"/>
            </a:solidFill>
            <a:headEnd type="arrow" w="sm" len="sm"/>
          </a:ln>
        </p:spPr>
      </p:cxnSp>
      <p:cxnSp>
        <p:nvCxnSpPr>
          <p:cNvPr id="33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38290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A2DF"/>
            </a:solidFill>
            <a:headEnd type="arrow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886700" y="3381375"/>
            <a:ext cx="1104900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8A2DF"/>
            </a:solidFill>
            <a:headEnd type="arrow" w="sm" len="sm"/>
          </a:ln>
        </p:spPr>
      </p:cxnSp>
      <p:sp>
        <p:nvSpPr>
          <p:cNvPr id="17" name="shape-89">
            <a:extLst xmlns:a="http://schemas.openxmlformats.org/drawingml/2006/main">
              <a:ext uri="{FF2B5EF4-FFF2-40B4-BE49-F238E27FC236}">
                <a16:creationId xmlns:a16="http://schemas.microsoft.com/office/drawing/2014/main" id="{B3838B79-0691-4A97-918D-8EEA3AC1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253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入力対象の説明</a:t>
            </a:r>
          </a:p>
        </p:txBody>
      </p:sp>
      <p:sp>
        <p:nvSpPr>
          <p:cNvPr id="18" name="shape-90">
            <a:extLst xmlns:a="http://schemas.openxmlformats.org/drawingml/2006/main">
              <a:ext uri="{FF2B5EF4-FFF2-40B4-BE49-F238E27FC236}">
                <a16:creationId xmlns:a16="http://schemas.microsoft.com/office/drawing/2014/main" id="{61AAE806-3C68-4F88-85CA-4FED126A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24375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出力結果の説明</a:t>
            </a:r>
          </a:p>
        </p:txBody>
      </p:sp>
    </p:spTree>
    <p:extLst>
      <p:ext uri="{BB962C8B-B14F-4D97-AF65-F5344CB8AC3E}">
        <p14:creationId xmlns:p14="http://schemas.microsoft.com/office/powerpoint/2010/main" val="6602485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hape-91">
            <a:extLst xmlns:a="http://schemas.openxmlformats.org/drawingml/2006/main">
              <a:ext uri="{FF2B5EF4-FFF2-40B4-BE49-F238E27FC236}">
                <a16:creationId xmlns:a16="http://schemas.microsoft.com/office/drawing/2014/main" id="{AF1A70E7-47AB-4CBE-806C-351DD114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主要な数値</a:t>
            </a:r>
          </a:p>
        </p:txBody>
      </p:sp>
      <p:sp>
        <p:nvSpPr>
          <p:cNvPr id="2" name="shape-92">
            <a:extLst xmlns:a="http://schemas.openxmlformats.org/drawingml/2006/main">
              <a:ext uri="{FF2B5EF4-FFF2-40B4-BE49-F238E27FC236}">
                <a16:creationId xmlns:a16="http://schemas.microsoft.com/office/drawing/2014/main" id="{BD7848D1-7F5D-441A-8C61-6B4D36F4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93">
            <a:extLst xmlns:a="http://schemas.openxmlformats.org/drawingml/2006/main">
              <a:ext uri="{FF2B5EF4-FFF2-40B4-BE49-F238E27FC236}">
                <a16:creationId xmlns:a16="http://schemas.microsoft.com/office/drawing/2014/main" id="{7D7DCC80-E9B5-46B5-9E0B-580725CF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4" name="shape-94">
            <a:extLst xmlns:a="http://schemas.openxmlformats.org/drawingml/2006/main">
              <a:ext uri="{FF2B5EF4-FFF2-40B4-BE49-F238E27FC236}">
                <a16:creationId xmlns:a16="http://schemas.microsoft.com/office/drawing/2014/main" id="{E69FA7CE-8D1C-4B73-BB68-5E69BEF5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指標 1</a:t>
            </a:r>
          </a:p>
        </p:txBody>
      </p:sp>
      <p:sp>
        <p:nvSpPr>
          <p:cNvPr id="5" name="shape-95">
            <a:extLst xmlns:a="http://schemas.openxmlformats.org/drawingml/2006/main">
              <a:ext uri="{FF2B5EF4-FFF2-40B4-BE49-F238E27FC236}">
                <a16:creationId xmlns:a16="http://schemas.microsoft.com/office/drawing/2014/main" id="{251D7AE2-0D3B-4437-A82E-995AC9A6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3429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52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XX%</a:t>
            </a:r>
          </a:p>
        </p:txBody>
      </p:sp>
      <p:sp>
        <p:nvSpPr>
          <p:cNvPr id="6" name="shape-96">
            <a:extLst xmlns:a="http://schemas.openxmlformats.org/drawingml/2006/main">
              <a:ext uri="{FF2B5EF4-FFF2-40B4-BE49-F238E27FC236}">
                <a16:creationId xmlns:a16="http://schemas.microsoft.com/office/drawing/2014/main" id="{5D45A46E-2720-4200-B737-503A8065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7" name="shape-97">
            <a:extLst xmlns:a="http://schemas.openxmlformats.org/drawingml/2006/main">
              <a:ext uri="{FF2B5EF4-FFF2-40B4-BE49-F238E27FC236}">
                <a16:creationId xmlns:a16="http://schemas.microsoft.com/office/drawing/2014/main" id="{AB27A4C9-4A8D-4A1D-80B0-6E5D02A1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対象・期間・条件を記入</a:t>
            </a:r>
          </a:p>
        </p:txBody>
      </p:sp>
      <p:sp>
        <p:nvSpPr>
          <p:cNvPr id="8" name="shape-98">
            <a:extLst xmlns:a="http://schemas.openxmlformats.org/drawingml/2006/main">
              <a:ext uri="{FF2B5EF4-FFF2-40B4-BE49-F238E27FC236}">
                <a16:creationId xmlns:a16="http://schemas.microsoft.com/office/drawing/2014/main" id="{0E8F426B-7906-44EF-AC35-FF95A397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812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指標 2</a:t>
            </a:r>
          </a:p>
        </p:txBody>
      </p:sp>
      <p:sp>
        <p:nvSpPr>
          <p:cNvPr id="9" name="shape-99">
            <a:extLst xmlns:a="http://schemas.openxmlformats.org/drawingml/2006/main">
              <a:ext uri="{FF2B5EF4-FFF2-40B4-BE49-F238E27FC236}">
                <a16:creationId xmlns:a16="http://schemas.microsoft.com/office/drawing/2014/main" id="{7512AF70-5E93-455F-9CDA-A9CD80C0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3429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52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XX件</a:t>
            </a:r>
          </a:p>
        </p:txBody>
      </p:sp>
      <p:sp>
        <p:nvSpPr>
          <p:cNvPr id="10" name="shape-100">
            <a:extLst xmlns:a="http://schemas.openxmlformats.org/drawingml/2006/main">
              <a:ext uri="{FF2B5EF4-FFF2-40B4-BE49-F238E27FC236}">
                <a16:creationId xmlns:a16="http://schemas.microsoft.com/office/drawing/2014/main" id="{5972D390-BB04-488A-B70B-F34A74B4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767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11" name="shape-101">
            <a:extLst xmlns:a="http://schemas.openxmlformats.org/drawingml/2006/main">
              <a:ext uri="{FF2B5EF4-FFF2-40B4-BE49-F238E27FC236}">
                <a16:creationId xmlns:a16="http://schemas.microsoft.com/office/drawing/2014/main" id="{75A14091-076F-4F2F-8FB7-C35BCB83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815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対象・期間・条件を記入</a:t>
            </a:r>
          </a:p>
        </p:txBody>
      </p:sp>
      <p:sp>
        <p:nvSpPr>
          <p:cNvPr id="12" name="shape-102">
            <a:extLst xmlns:a="http://schemas.openxmlformats.org/drawingml/2006/main">
              <a:ext uri="{FF2B5EF4-FFF2-40B4-BE49-F238E27FC236}">
                <a16:creationId xmlns:a16="http://schemas.microsoft.com/office/drawing/2014/main" id="{29533F18-9BE1-471D-A62D-1DB03732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812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指標 3</a:t>
            </a:r>
          </a:p>
        </p:txBody>
      </p:sp>
      <p:sp>
        <p:nvSpPr>
          <p:cNvPr id="13" name="shape-103">
            <a:extLst xmlns:a="http://schemas.openxmlformats.org/drawingml/2006/main">
              <a:ext uri="{FF2B5EF4-FFF2-40B4-BE49-F238E27FC236}">
                <a16:creationId xmlns:a16="http://schemas.microsoft.com/office/drawing/2014/main" id="{EA16F75D-C2CB-4FF2-9039-D00CDB81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90850"/>
            <a:ext cx="3429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52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XX秒</a:t>
            </a:r>
          </a:p>
        </p:txBody>
      </p:sp>
      <p:sp>
        <p:nvSpPr>
          <p:cNvPr id="14" name="shape-104">
            <a:extLst xmlns:a="http://schemas.openxmlformats.org/drawingml/2006/main">
              <a:ext uri="{FF2B5EF4-FFF2-40B4-BE49-F238E27FC236}">
                <a16:creationId xmlns:a16="http://schemas.microsoft.com/office/drawing/2014/main" id="{FD8ADB8B-899D-4C3B-99B0-8769858B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15" name="shape-105">
            <a:extLst xmlns:a="http://schemas.openxmlformats.org/drawingml/2006/main">
              <a:ext uri="{FF2B5EF4-FFF2-40B4-BE49-F238E27FC236}">
                <a16:creationId xmlns:a16="http://schemas.microsoft.com/office/drawing/2014/main" id="{B2F97B55-D4A8-43DC-B172-A8E04BC0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815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対象・期間・条件を記入</a:t>
            </a:r>
          </a:p>
        </p:txBody>
      </p:sp>
    </p:spTree>
    <p:extLst>
      <p:ext uri="{BB962C8B-B14F-4D97-AF65-F5344CB8AC3E}">
        <p14:creationId xmlns:p14="http://schemas.microsoft.com/office/powerpoint/2010/main" val="9575384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106">
            <a:extLst xmlns:a="http://schemas.openxmlformats.org/drawingml/2006/main">
              <a:ext uri="{FF2B5EF4-FFF2-40B4-BE49-F238E27FC236}">
                <a16:creationId xmlns:a16="http://schemas.microsoft.com/office/drawing/2014/main" id="{BA3B5516-B00A-4283-AC69-6460D7DE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条件別の結果</a:t>
            </a:r>
          </a:p>
        </p:txBody>
      </p:sp>
      <p:sp>
        <p:nvSpPr>
          <p:cNvPr id="2" name="shape-107">
            <a:extLst xmlns:a="http://schemas.openxmlformats.org/drawingml/2006/main">
              <a:ext uri="{FF2B5EF4-FFF2-40B4-BE49-F238E27FC236}">
                <a16:creationId xmlns:a16="http://schemas.microsoft.com/office/drawing/2014/main" id="{8A79939B-24A0-4DAC-BCB5-309F5DD0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08">
            <a:extLst xmlns:a="http://schemas.openxmlformats.org/drawingml/2006/main">
              <a:ext uri="{FF2B5EF4-FFF2-40B4-BE49-F238E27FC236}">
                <a16:creationId xmlns:a16="http://schemas.microsoft.com/office/drawing/2014/main" id="{C75D1164-D951-4084-81BC-1BA50B1A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9</a:t>
            </a:r>
          </a:p>
        </p:txBody>
      </p:sp>
      <p:sp>
        <p:nvSpPr>
          <p:cNvPr id="4" name="shape-109">
            <a:extLst xmlns:a="http://schemas.openxmlformats.org/drawingml/2006/main">
              <a:ext uri="{FF2B5EF4-FFF2-40B4-BE49-F238E27FC236}">
                <a16:creationId xmlns:a16="http://schemas.microsoft.com/office/drawing/2014/main" id="{6D148E74-6DE0-4E09-9DFD-BDE0251A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サンプル値（実測値ではありません）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85800" y="2314575"/>
          <a:ext xmlns:a="http://schemas.openxmlformats.org/drawingml/2006/main" cx="7048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7811a2c7744449"/>
          </a:graphicData>
        </a:graphic>
      </p:graphicFrame>
      <p:sp>
        <p:nvSpPr>
          <p:cNvPr id="6" name="shape-110">
            <a:extLst xmlns:a="http://schemas.openxmlformats.org/drawingml/2006/main">
              <a:ext uri="{FF2B5EF4-FFF2-40B4-BE49-F238E27FC236}">
                <a16:creationId xmlns:a16="http://schemas.microsoft.com/office/drawing/2014/main" id="{36A04D78-CC34-4BB0-85F5-2DAEDCA8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14575"/>
            <a:ext cx="3124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7" name="shape-111">
            <a:extLst xmlns:a="http://schemas.openxmlformats.org/drawingml/2006/main">
              <a:ext uri="{FF2B5EF4-FFF2-40B4-BE49-F238E27FC236}">
                <a16:creationId xmlns:a16="http://schemas.microsoft.com/office/drawing/2014/main" id="{313B58B9-2C60-4791-9C43-28FC5F65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62225"/>
            <a:ext cx="259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読み取り</a:t>
            </a:r>
          </a:p>
        </p:txBody>
      </p:sp>
      <p:sp>
        <p:nvSpPr>
          <p:cNvPr id="8" name="shape-112">
            <a:extLst xmlns:a="http://schemas.openxmlformats.org/drawingml/2006/main">
              <a:ext uri="{FF2B5EF4-FFF2-40B4-BE49-F238E27FC236}">
                <a16:creationId xmlns:a16="http://schemas.microsoft.com/office/drawing/2014/main" id="{189F7F7A-231D-48F5-9219-327938B4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90900"/>
            <a:ext cx="2590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グラフから分かる</a:t>
            </a:r>
          </a:p>
          <a:p xmlns:a="http://schemas.openxmlformats.org/drawingml/2006/main">
            <a:pPr algn="l">
              <a:defRPr sz="21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ことを短く記入</a:t>
            </a:r>
          </a:p>
        </p:txBody>
      </p:sp>
      <p:sp>
        <p:nvSpPr>
          <p:cNvPr id="9" name="shape-113">
            <a:extLst xmlns:a="http://schemas.openxmlformats.org/drawingml/2006/main">
              <a:ext uri="{FF2B5EF4-FFF2-40B4-BE49-F238E27FC236}">
                <a16:creationId xmlns:a16="http://schemas.microsoft.com/office/drawing/2014/main" id="{EDCEEED6-1BBA-40D3-9D4A-49EDF5AC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単位・測定条件・出典を記入</a:t>
            </a:r>
          </a:p>
        </p:txBody>
      </p:sp>
    </p:spTree>
    <p:extLst>
      <p:ext uri="{BB962C8B-B14F-4D97-AF65-F5344CB8AC3E}">
        <p14:creationId xmlns:p14="http://schemas.microsoft.com/office/powerpoint/2010/main" val="2977702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hape-114">
            <a:extLst xmlns:a="http://schemas.openxmlformats.org/drawingml/2006/main">
              <a:ext uri="{FF2B5EF4-FFF2-40B4-BE49-F238E27FC236}">
                <a16:creationId xmlns:a16="http://schemas.microsoft.com/office/drawing/2014/main" id="{0DECD185-5350-43D3-A112-FC1178DD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今後のスケジュール</a:t>
            </a:r>
          </a:p>
        </p:txBody>
      </p:sp>
      <p:sp>
        <p:nvSpPr>
          <p:cNvPr id="2" name="shape-115">
            <a:extLst xmlns:a="http://schemas.openxmlformats.org/drawingml/2006/main">
              <a:ext uri="{FF2B5EF4-FFF2-40B4-BE49-F238E27FC236}">
                <a16:creationId xmlns:a16="http://schemas.microsoft.com/office/drawing/2014/main" id="{6F09DD8B-E478-440E-80FC-759E0343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16">
            <a:extLst xmlns:a="http://schemas.openxmlformats.org/drawingml/2006/main">
              <a:ext uri="{FF2B5EF4-FFF2-40B4-BE49-F238E27FC236}">
                <a16:creationId xmlns:a16="http://schemas.microsoft.com/office/drawing/2014/main" id="{173052BD-3A0E-4C40-B21D-8DAB4900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4" name="shape-117">
            <a:extLst xmlns:a="http://schemas.openxmlformats.org/drawingml/2006/main">
              <a:ext uri="{FF2B5EF4-FFF2-40B4-BE49-F238E27FC236}">
                <a16:creationId xmlns:a16="http://schemas.microsoft.com/office/drawing/2014/main" id="{D9F75C6D-7B20-47CA-8353-6C458CC5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3372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5" name="shape-118">
            <a:extLst xmlns:a="http://schemas.openxmlformats.org/drawingml/2006/main">
              <a:ext uri="{FF2B5EF4-FFF2-40B4-BE49-F238E27FC236}">
                <a16:creationId xmlns:a16="http://schemas.microsoft.com/office/drawing/2014/main" id="{409B9679-D552-4F66-84BD-599BBBF3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期間 1</a:t>
            </a:r>
          </a:p>
        </p:txBody>
      </p:sp>
      <p:sp>
        <p:nvSpPr>
          <p:cNvPr id="6" name="shape-119">
            <a:extLst xmlns:a="http://schemas.openxmlformats.org/drawingml/2006/main">
              <a:ext uri="{FF2B5EF4-FFF2-40B4-BE49-F238E27FC236}">
                <a16:creationId xmlns:a16="http://schemas.microsoft.com/office/drawing/2014/main" id="{CC80B3D2-2326-4947-A5EB-985CBC8E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2DF"/>
          </a:solidFill>
          <a:ln xmlns:a="http://schemas.openxmlformats.org/drawingml/2006/main" w="0">
            <a:noFill/>
          </a:ln>
        </p:spPr>
      </p:sp>
      <p:sp>
        <p:nvSpPr>
          <p:cNvPr id="7" name="shape-120">
            <a:extLst xmlns:a="http://schemas.openxmlformats.org/drawingml/2006/main">
              <a:ext uri="{FF2B5EF4-FFF2-40B4-BE49-F238E27FC236}">
                <a16:creationId xmlns:a16="http://schemas.microsoft.com/office/drawing/2014/main" id="{B9CAAF21-4C6D-4F7E-BADD-DC65C889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準備</a:t>
            </a:r>
          </a:p>
        </p:txBody>
      </p:sp>
      <p:sp>
        <p:nvSpPr>
          <p:cNvPr id="8" name="shape-121">
            <a:extLst xmlns:a="http://schemas.openxmlformats.org/drawingml/2006/main">
              <a:ext uri="{FF2B5EF4-FFF2-40B4-BE49-F238E27FC236}">
                <a16:creationId xmlns:a16="http://schemas.microsoft.com/office/drawing/2014/main" id="{EE6E7653-4EB7-4952-B9D0-C883D730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実施内容を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9" name="shape-122">
            <a:extLst xmlns:a="http://schemas.openxmlformats.org/drawingml/2006/main">
              <a:ext uri="{FF2B5EF4-FFF2-40B4-BE49-F238E27FC236}">
                <a16:creationId xmlns:a16="http://schemas.microsoft.com/office/drawing/2014/main" id="{E0489AD9-0D7B-424F-B0FA-DD321F76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85975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期間 2</a:t>
            </a:r>
          </a:p>
        </p:txBody>
      </p:sp>
      <p:sp>
        <p:nvSpPr>
          <p:cNvPr id="10" name="shape-123">
            <a:extLst xmlns:a="http://schemas.openxmlformats.org/drawingml/2006/main">
              <a:ext uri="{FF2B5EF4-FFF2-40B4-BE49-F238E27FC236}">
                <a16:creationId xmlns:a16="http://schemas.microsoft.com/office/drawing/2014/main" id="{B96801DD-DD6B-4B81-81E9-7776596B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11" name="shape-124">
            <a:extLst xmlns:a="http://schemas.openxmlformats.org/drawingml/2006/main">
              <a:ext uri="{FF2B5EF4-FFF2-40B4-BE49-F238E27FC236}">
                <a16:creationId xmlns:a16="http://schemas.microsoft.com/office/drawing/2014/main" id="{04652574-F065-4DC6-8F24-8B32AE22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1950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実験</a:t>
            </a:r>
          </a:p>
        </p:txBody>
      </p:sp>
      <p:sp>
        <p:nvSpPr>
          <p:cNvPr id="12" name="shape-125">
            <a:extLst xmlns:a="http://schemas.openxmlformats.org/drawingml/2006/main">
              <a:ext uri="{FF2B5EF4-FFF2-40B4-BE49-F238E27FC236}">
                <a16:creationId xmlns:a16="http://schemas.microsoft.com/office/drawing/2014/main" id="{87B6D662-B5B8-4287-83AA-9CC31AFB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91025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実施内容を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13" name="shape-126">
            <a:extLst xmlns:a="http://schemas.openxmlformats.org/drawingml/2006/main">
              <a:ext uri="{FF2B5EF4-FFF2-40B4-BE49-F238E27FC236}">
                <a16:creationId xmlns:a16="http://schemas.microsoft.com/office/drawing/2014/main" id="{7AB5E1D7-9765-4C1B-8244-EB036B71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85975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期間 3</a:t>
            </a:r>
          </a:p>
        </p:txBody>
      </p:sp>
      <p:sp>
        <p:nvSpPr>
          <p:cNvPr id="14" name="shape-127">
            <a:extLst xmlns:a="http://schemas.openxmlformats.org/drawingml/2006/main">
              <a:ext uri="{FF2B5EF4-FFF2-40B4-BE49-F238E27FC236}">
                <a16:creationId xmlns:a16="http://schemas.microsoft.com/office/drawing/2014/main" id="{E7C82FA0-4FBB-4C7D-8A8E-D5EBE959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2DF"/>
          </a:solidFill>
          <a:ln xmlns:a="http://schemas.openxmlformats.org/drawingml/2006/main" w="0">
            <a:noFill/>
          </a:ln>
        </p:spPr>
      </p:sp>
      <p:sp>
        <p:nvSpPr>
          <p:cNvPr id="15" name="shape-128">
            <a:extLst xmlns:a="http://schemas.openxmlformats.org/drawingml/2006/main">
              <a:ext uri="{FF2B5EF4-FFF2-40B4-BE49-F238E27FC236}">
                <a16:creationId xmlns:a16="http://schemas.microsoft.com/office/drawing/2014/main" id="{CC99866A-F34F-4965-840E-C1B37492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1950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分析</a:t>
            </a:r>
          </a:p>
        </p:txBody>
      </p:sp>
      <p:sp>
        <p:nvSpPr>
          <p:cNvPr id="16" name="shape-129">
            <a:extLst xmlns:a="http://schemas.openxmlformats.org/drawingml/2006/main">
              <a:ext uri="{FF2B5EF4-FFF2-40B4-BE49-F238E27FC236}">
                <a16:creationId xmlns:a16="http://schemas.microsoft.com/office/drawing/2014/main" id="{5DAC2442-AAF7-4C8D-A698-D28205C0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91025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実施内容を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17" name="shape-130">
            <a:extLst xmlns:a="http://schemas.openxmlformats.org/drawingml/2006/main">
              <a:ext uri="{FF2B5EF4-FFF2-40B4-BE49-F238E27FC236}">
                <a16:creationId xmlns:a16="http://schemas.microsoft.com/office/drawing/2014/main" id="{58433464-7571-4DB5-A2FE-5D720B5C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85975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期間 4</a:t>
            </a:r>
          </a:p>
        </p:txBody>
      </p:sp>
      <p:sp>
        <p:nvSpPr>
          <p:cNvPr id="18" name="shape-131">
            <a:extLst xmlns:a="http://schemas.openxmlformats.org/drawingml/2006/main">
              <a:ext uri="{FF2B5EF4-FFF2-40B4-BE49-F238E27FC236}">
                <a16:creationId xmlns:a16="http://schemas.microsoft.com/office/drawing/2014/main" id="{E71EE6A9-34FA-4185-B384-B73BEED3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2DF"/>
          </a:solidFill>
          <a:ln xmlns:a="http://schemas.openxmlformats.org/drawingml/2006/main" w="0">
            <a:noFill/>
          </a:ln>
        </p:spPr>
      </p:sp>
      <p:sp>
        <p:nvSpPr>
          <p:cNvPr id="19" name="shape-132">
            <a:extLst xmlns:a="http://schemas.openxmlformats.org/drawingml/2006/main">
              <a:ext uri="{FF2B5EF4-FFF2-40B4-BE49-F238E27FC236}">
                <a16:creationId xmlns:a16="http://schemas.microsoft.com/office/drawing/2014/main" id="{CE193EF8-C458-418B-B4B3-BADA0540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1950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報告</a:t>
            </a:r>
          </a:p>
        </p:txBody>
      </p:sp>
      <p:sp>
        <p:nvSpPr>
          <p:cNvPr id="20" name="shape-133">
            <a:extLst xmlns:a="http://schemas.openxmlformats.org/drawingml/2006/main">
              <a:ext uri="{FF2B5EF4-FFF2-40B4-BE49-F238E27FC236}">
                <a16:creationId xmlns:a16="http://schemas.microsoft.com/office/drawing/2014/main" id="{D7491512-218B-412C-A3D6-D74B3DC3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91025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実施内容を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</p:spTree>
    <p:extLst>
      <p:ext uri="{BB962C8B-B14F-4D97-AF65-F5344CB8AC3E}">
        <p14:creationId xmlns:p14="http://schemas.microsoft.com/office/powerpoint/2010/main" val="14350696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134">
            <a:extLst xmlns:a="http://schemas.openxmlformats.org/drawingml/2006/main">
              <a:ext uri="{FF2B5EF4-FFF2-40B4-BE49-F238E27FC236}">
                <a16:creationId xmlns:a16="http://schemas.microsoft.com/office/drawing/2014/main" id="{5BFE585A-EFDD-4A84-A293-9040B240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まとめ・相談事項</a:t>
            </a:r>
          </a:p>
        </p:txBody>
      </p:sp>
      <p:sp>
        <p:nvSpPr>
          <p:cNvPr id="2" name="shape-135">
            <a:extLst xmlns:a="http://schemas.openxmlformats.org/drawingml/2006/main">
              <a:ext uri="{FF2B5EF4-FFF2-40B4-BE49-F238E27FC236}">
                <a16:creationId xmlns:a16="http://schemas.microsoft.com/office/drawing/2014/main" id="{7CBF89EC-8554-41E3-BE4F-7F6202F0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36">
            <a:extLst xmlns:a="http://schemas.openxmlformats.org/drawingml/2006/main">
              <a:ext uri="{FF2B5EF4-FFF2-40B4-BE49-F238E27FC236}">
                <a16:creationId xmlns:a16="http://schemas.microsoft.com/office/drawing/2014/main" id="{C4BB4AEF-A771-4FC6-BB49-C2E9AD16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4" name="shape-137">
            <a:extLst xmlns:a="http://schemas.openxmlformats.org/drawingml/2006/main">
              <a:ext uri="{FF2B5EF4-FFF2-40B4-BE49-F238E27FC236}">
                <a16:creationId xmlns:a16="http://schemas.microsoft.com/office/drawing/2014/main" id="{18C2A982-0E0C-4E4D-9DCF-11EDAEBB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5" name="shape-138">
            <a:extLst xmlns:a="http://schemas.openxmlformats.org/drawingml/2006/main">
              <a:ext uri="{FF2B5EF4-FFF2-40B4-BE49-F238E27FC236}">
                <a16:creationId xmlns:a16="http://schemas.microsoft.com/office/drawing/2014/main" id="{5CECAAB9-EC61-4DDF-86A3-134F8C28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52675"/>
            <a:ext cx="1013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今日伝えたい結論を1文で</a:t>
            </a:r>
          </a:p>
        </p:txBody>
      </p:sp>
      <p:sp>
        <p:nvSpPr>
          <p:cNvPr id="6" name="shape-139">
            <a:extLst xmlns:a="http://schemas.openxmlformats.org/drawingml/2006/main">
              <a:ext uri="{FF2B5EF4-FFF2-40B4-BE49-F238E27FC236}">
                <a16:creationId xmlns:a16="http://schemas.microsoft.com/office/drawing/2014/main" id="{EBFD5320-F604-4AE5-8AFA-AAD769B2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相談事項 1</a:t>
            </a:r>
          </a:p>
        </p:txBody>
      </p:sp>
      <p:sp>
        <p:nvSpPr>
          <p:cNvPr id="7" name="shape-140">
            <a:extLst xmlns:a="http://schemas.openxmlformats.org/drawingml/2006/main">
              <a:ext uri="{FF2B5EF4-FFF2-40B4-BE49-F238E27FC236}">
                <a16:creationId xmlns:a16="http://schemas.microsoft.com/office/drawing/2014/main" id="{4F78624A-2848-4543-A8F6-84FE1D8F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確認したいことを短く記入</a:t>
            </a:r>
          </a:p>
        </p:txBody>
      </p:sp>
      <p:sp>
        <p:nvSpPr>
          <p:cNvPr id="8" name="shape-141">
            <a:extLst xmlns:a="http://schemas.openxmlformats.org/drawingml/2006/main">
              <a:ext uri="{FF2B5EF4-FFF2-40B4-BE49-F238E27FC236}">
                <a16:creationId xmlns:a16="http://schemas.microsoft.com/office/drawing/2014/main" id="{2FA6F7F9-EC8B-4FF4-BB88-EBBF2D17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510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相談事項 2</a:t>
            </a:r>
          </a:p>
        </p:txBody>
      </p:sp>
      <p:sp>
        <p:nvSpPr>
          <p:cNvPr id="9" name="shape-142">
            <a:extLst xmlns:a="http://schemas.openxmlformats.org/drawingml/2006/main">
              <a:ext uri="{FF2B5EF4-FFF2-40B4-BE49-F238E27FC236}">
                <a16:creationId xmlns:a16="http://schemas.microsoft.com/office/drawing/2014/main" id="{BB1F0340-2E5E-4FE0-9360-2229979F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0100"/>
            <a:ext cx="5105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助言が欲しい点を短く記入</a:t>
            </a:r>
          </a:p>
        </p:txBody>
      </p:sp>
    </p:spTree>
    <p:extLst>
      <p:ext uri="{BB962C8B-B14F-4D97-AF65-F5344CB8AC3E}">
        <p14:creationId xmlns:p14="http://schemas.microsoft.com/office/powerpoint/2010/main" val="12987133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hape-143">
            <a:extLst xmlns:a="http://schemas.openxmlformats.org/drawingml/2006/main">
              <a:ext uri="{FF2B5EF4-FFF2-40B4-BE49-F238E27FC236}">
                <a16:creationId xmlns:a16="http://schemas.microsoft.com/office/drawing/2014/main" id="{EB032754-8A25-42C0-837F-CC8C8470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テンプレートの使い方</a:t>
            </a:r>
          </a:p>
        </p:txBody>
      </p:sp>
      <p:sp>
        <p:nvSpPr>
          <p:cNvPr id="2" name="shape-144">
            <a:extLst xmlns:a="http://schemas.openxmlformats.org/drawingml/2006/main">
              <a:ext uri="{FF2B5EF4-FFF2-40B4-BE49-F238E27FC236}">
                <a16:creationId xmlns:a16="http://schemas.microsoft.com/office/drawing/2014/main" id="{6082FA8E-05FA-4609-992E-BDEF40A8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45">
            <a:extLst xmlns:a="http://schemas.openxmlformats.org/drawingml/2006/main">
              <a:ext uri="{FF2B5EF4-FFF2-40B4-BE49-F238E27FC236}">
                <a16:creationId xmlns:a16="http://schemas.microsoft.com/office/drawing/2014/main" id="{39DC7CB4-AE5C-4B28-8F91-679E43EF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sp>
        <p:nvSpPr>
          <p:cNvPr id="4" name="shape-146">
            <a:extLst xmlns:a="http://schemas.openxmlformats.org/drawingml/2006/main">
              <a:ext uri="{FF2B5EF4-FFF2-40B4-BE49-F238E27FC236}">
                <a16:creationId xmlns:a16="http://schemas.microsoft.com/office/drawing/2014/main" id="{A8941DC8-17B7-46B5-8AF7-CAB85BE5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配色</a:t>
            </a:r>
          </a:p>
        </p:txBody>
      </p:sp>
      <p:sp>
        <p:nvSpPr>
          <p:cNvPr id="5" name="shape-147">
            <a:extLst xmlns:a="http://schemas.openxmlformats.org/drawingml/2006/main">
              <a:ext uri="{FF2B5EF4-FFF2-40B4-BE49-F238E27FC236}">
                <a16:creationId xmlns:a16="http://schemas.microsoft.com/office/drawing/2014/main" id="{70BB4104-4736-4E82-9B39-8C69490B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6" name="shape-148">
            <a:extLst xmlns:a="http://schemas.openxmlformats.org/drawingml/2006/main">
              <a:ext uri="{FF2B5EF4-FFF2-40B4-BE49-F238E27FC236}">
                <a16:creationId xmlns:a16="http://schemas.microsoft.com/office/drawing/2014/main" id="{8EA99A0E-E0BF-42AB-8DDF-B93C43E7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白</a:t>
            </a:r>
          </a:p>
        </p:txBody>
      </p:sp>
      <p:sp>
        <p:nvSpPr>
          <p:cNvPr id="7" name="shape-149">
            <a:extLst xmlns:a="http://schemas.openxmlformats.org/drawingml/2006/main">
              <a:ext uri="{FF2B5EF4-FFF2-40B4-BE49-F238E27FC236}">
                <a16:creationId xmlns:a16="http://schemas.microsoft.com/office/drawing/2014/main" id="{F0FEBEE0-0781-44C7-9334-DAC49039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B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8" name="shape-150">
            <a:extLst xmlns:a="http://schemas.openxmlformats.org/drawingml/2006/main">
              <a:ext uri="{FF2B5EF4-FFF2-40B4-BE49-F238E27FC236}">
                <a16:creationId xmlns:a16="http://schemas.microsoft.com/office/drawing/2014/main" id="{3529B769-791F-4D85-AC90-9EE24464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本文</a:t>
            </a:r>
          </a:p>
        </p:txBody>
      </p:sp>
      <p:sp>
        <p:nvSpPr>
          <p:cNvPr id="9" name="shape-151">
            <a:extLst xmlns:a="http://schemas.openxmlformats.org/drawingml/2006/main">
              <a:ext uri="{FF2B5EF4-FFF2-40B4-BE49-F238E27FC236}">
                <a16:creationId xmlns:a16="http://schemas.microsoft.com/office/drawing/2014/main" id="{D6565F06-0EA7-4727-A244-12C3BC1C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480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10" name="shape-152">
            <a:extLst xmlns:a="http://schemas.openxmlformats.org/drawingml/2006/main">
              <a:ext uri="{FF2B5EF4-FFF2-40B4-BE49-F238E27FC236}">
                <a16:creationId xmlns:a16="http://schemas.microsoft.com/office/drawing/2014/main" id="{6AA42298-74F8-4F73-92AB-91D3EA1B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補足</a:t>
            </a:r>
          </a:p>
        </p:txBody>
      </p:sp>
      <p:sp>
        <p:nvSpPr>
          <p:cNvPr id="11" name="shape-153">
            <a:extLst xmlns:a="http://schemas.openxmlformats.org/drawingml/2006/main">
              <a:ext uri="{FF2B5EF4-FFF2-40B4-BE49-F238E27FC236}">
                <a16:creationId xmlns:a16="http://schemas.microsoft.com/office/drawing/2014/main" id="{8331E006-A29E-4F45-960C-C03B1087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12" name="shape-154">
            <a:extLst xmlns:a="http://schemas.openxmlformats.org/drawingml/2006/main">
              <a:ext uri="{FF2B5EF4-FFF2-40B4-BE49-F238E27FC236}">
                <a16:creationId xmlns:a16="http://schemas.microsoft.com/office/drawing/2014/main" id="{EF960328-D975-466B-AE65-24E994CB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紫</a:t>
            </a:r>
          </a:p>
        </p:txBody>
      </p:sp>
      <p:sp>
        <p:nvSpPr>
          <p:cNvPr id="13" name="shape-155">
            <a:extLst xmlns:a="http://schemas.openxmlformats.org/drawingml/2006/main">
              <a:ext uri="{FF2B5EF4-FFF2-40B4-BE49-F238E27FC236}">
                <a16:creationId xmlns:a16="http://schemas.microsoft.com/office/drawing/2014/main" id="{91E060E4-441C-4D70-A96B-2B89D839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14" name="shape-156">
            <a:extLst xmlns:a="http://schemas.openxmlformats.org/drawingml/2006/main">
              <a:ext uri="{FF2B5EF4-FFF2-40B4-BE49-F238E27FC236}">
                <a16:creationId xmlns:a16="http://schemas.microsoft.com/office/drawing/2014/main" id="{2D4CB493-89B4-4557-BD10-AF4E36D0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淡紫</a:t>
            </a:r>
          </a:p>
        </p:txBody>
      </p:sp>
      <p:sp>
        <p:nvSpPr>
          <p:cNvPr id="15" name="shape-157">
            <a:extLst xmlns:a="http://schemas.openxmlformats.org/drawingml/2006/main">
              <a:ext uri="{FF2B5EF4-FFF2-40B4-BE49-F238E27FC236}">
                <a16:creationId xmlns:a16="http://schemas.microsoft.com/office/drawing/2014/main" id="{C6519376-98CC-4BC3-A265-1CFA2600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7167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余白と文字</a:t>
            </a:r>
          </a:p>
        </p:txBody>
      </p:sp>
      <p:sp>
        <p:nvSpPr>
          <p:cNvPr id="16" name="shape-158">
            <a:extLst xmlns:a="http://schemas.openxmlformats.org/drawingml/2006/main">
              <a:ext uri="{FF2B5EF4-FFF2-40B4-BE49-F238E27FC236}">
                <a16:creationId xmlns:a16="http://schemas.microsoft.com/office/drawing/2014/main" id="{EF9EDBD6-71D8-45C5-BDDF-BFC3EACC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57475"/>
            <a:ext cx="51054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左右の余白 72 px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見出し 28.5 pt / 本文 18–21 pt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フォント Meiryo / 比率 16:9</a:t>
            </a:r>
          </a:p>
        </p:txBody>
      </p:sp>
      <p:sp>
        <p:nvSpPr>
          <p:cNvPr id="17" name="shape-159">
            <a:extLst xmlns:a="http://schemas.openxmlformats.org/drawingml/2006/main">
              <a:ext uri="{FF2B5EF4-FFF2-40B4-BE49-F238E27FC236}">
                <a16:creationId xmlns:a16="http://schemas.microsoft.com/office/drawing/2014/main" id="{F696BC44-81FC-451E-842B-9D190926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18" name="shape-160">
            <a:extLst xmlns:a="http://schemas.openxmlformats.org/drawingml/2006/main">
              <a:ext uri="{FF2B5EF4-FFF2-40B4-BE49-F238E27FC236}">
                <a16:creationId xmlns:a16="http://schemas.microsoft.com/office/drawing/2014/main" id="{A4AC2AAF-33C2-4179-B5D1-7B34F6B4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必要なページを複製して、見本文字を差し替え</a:t>
            </a:r>
          </a:p>
        </p:txBody>
      </p:sp>
      <p:sp>
        <p:nvSpPr>
          <p:cNvPr id="19" name="shape-161">
            <a:extLst xmlns:a="http://schemas.openxmlformats.org/drawingml/2006/main">
              <a:ext uri="{FF2B5EF4-FFF2-40B4-BE49-F238E27FC236}">
                <a16:creationId xmlns:a16="http://schemas.microsoft.com/office/drawing/2014/main" id="{20269C99-88ED-44A4-BE21-631C6E56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1枚に1メッセージ。説明は短く、図解は大きく。</a:t>
            </a:r>
          </a:p>
        </p:txBody>
      </p:sp>
    </p:spTree>
    <p:extLst>
      <p:ext uri="{BB962C8B-B14F-4D97-AF65-F5344CB8AC3E}">
        <p14:creationId xmlns:p14="http://schemas.microsoft.com/office/powerpoint/2010/main" val="20381649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2026-10-05T13:08:03.1270000Z</dcterms:created>
  <dcterms:modified xsi:type="dcterms:W3CDTF">2026-10-05T13:08:03.1270000Z</dcterms:modified>
</coreProperties>
</file>