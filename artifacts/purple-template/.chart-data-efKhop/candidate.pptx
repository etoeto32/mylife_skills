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e852c277424970" /><Relationship Type="http://schemas.openxmlformats.org/officeDocument/2006/relationships/extended-properties" Target="/docProps/app.xml" Id="Re2ea1f85cbdd4ce1" /><Relationship Type="http://schemas.openxmlformats.org/officeDocument/2006/relationships/officeDocument" Target="/ppt/presentation.xml" Id="R5c0d62e5f16e45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219866a61f4ea3"/>
  </p:sldMasterIdLst>
  <p:notesMasterIdLst>
    <p:notesMasterId xmlns:r="http://schemas.openxmlformats.org/officeDocument/2006/relationships" r:id="R6ae257a2ece54431"/>
  </p:notesMasterIdLst>
  <p:sldIdLst>
    <p:sldId xmlns:r="http://schemas.openxmlformats.org/officeDocument/2006/relationships" id="256" r:id="R53bb81ad3c9849ee"/>
    <p:sldId xmlns:r="http://schemas.openxmlformats.org/officeDocument/2006/relationships" id="257" r:id="Rf5011730444240fe"/>
    <p:sldId xmlns:r="http://schemas.openxmlformats.org/officeDocument/2006/relationships" id="258" r:id="R0335a6e7f96848fa"/>
    <p:sldId xmlns:r="http://schemas.openxmlformats.org/officeDocument/2006/relationships" id="259" r:id="R09534589fd6045b8"/>
    <p:sldId xmlns:r="http://schemas.openxmlformats.org/officeDocument/2006/relationships" id="260" r:id="Rd7d43911bd64489b"/>
    <p:sldId xmlns:r="http://schemas.openxmlformats.org/officeDocument/2006/relationships" id="261" r:id="R9f371d79877a4813"/>
    <p:sldId xmlns:r="http://schemas.openxmlformats.org/officeDocument/2006/relationships" id="262" r:id="R860eac6a735d4b17"/>
    <p:sldId xmlns:r="http://schemas.openxmlformats.org/officeDocument/2006/relationships" id="263" r:id="R382bd66382f04106"/>
    <p:sldId xmlns:r="http://schemas.openxmlformats.org/officeDocument/2006/relationships" id="264" r:id="Rb960c739b2bf4e25"/>
    <p:sldId xmlns:r="http://schemas.openxmlformats.org/officeDocument/2006/relationships" id="265" r:id="Rf1ff64840db9418b"/>
    <p:sldId xmlns:r="http://schemas.openxmlformats.org/officeDocument/2006/relationships" id="266" r:id="R0cec6211c68f4546"/>
    <p:sldId xmlns:r="http://schemas.openxmlformats.org/officeDocument/2006/relationships" id="267" r:id="R9a1f297cb14f44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32ccaf6a794908" /><Relationship Type="http://schemas.openxmlformats.org/officeDocument/2006/relationships/slideMaster" Target="/ppt/slideMasters/slideMaster1.xml" Id="R2e219866a61f4ea3" /><Relationship Type="http://schemas.openxmlformats.org/officeDocument/2006/relationships/notesMaster" Target="/ppt/notesMasters/notesMaster1.xml" Id="R6ae257a2ece54431" /><Relationship Type="http://schemas.openxmlformats.org/officeDocument/2006/relationships/presProps" Target="/ppt/presProps.xml" Id="R547bd997215b416d" /><Relationship Type="http://schemas.openxmlformats.org/officeDocument/2006/relationships/tableStyles" Target="/ppt/tableStyles.xml" Id="R9cb9126a6ea14925" /><Relationship Type="http://schemas.openxmlformats.org/officeDocument/2006/relationships/slide" Target="/ppt/slides/slide1.xml" Id="R53bb81ad3c9849ee" /><Relationship Type="http://schemas.openxmlformats.org/officeDocument/2006/relationships/slide" Target="/ppt/slides/slide2.xml" Id="Rf5011730444240fe" /><Relationship Type="http://schemas.openxmlformats.org/officeDocument/2006/relationships/slide" Target="/ppt/slides/slide3.xml" Id="R0335a6e7f96848fa" /><Relationship Type="http://schemas.openxmlformats.org/officeDocument/2006/relationships/slide" Target="/ppt/slides/slide4.xml" Id="R09534589fd6045b8" /><Relationship Type="http://schemas.openxmlformats.org/officeDocument/2006/relationships/slide" Target="/ppt/slides/slide5.xml" Id="Rd7d43911bd64489b" /><Relationship Type="http://schemas.openxmlformats.org/officeDocument/2006/relationships/slide" Target="/ppt/slides/slide6.xml" Id="R9f371d79877a4813" /><Relationship Type="http://schemas.openxmlformats.org/officeDocument/2006/relationships/slide" Target="/ppt/slides/slide7.xml" Id="R860eac6a735d4b17" /><Relationship Type="http://schemas.openxmlformats.org/officeDocument/2006/relationships/slide" Target="/ppt/slides/slide8.xml" Id="R382bd66382f04106" /><Relationship Type="http://schemas.openxmlformats.org/officeDocument/2006/relationships/slide" Target="/ppt/slides/slide9.xml" Id="Rb960c739b2bf4e25" /><Relationship Type="http://schemas.openxmlformats.org/officeDocument/2006/relationships/slide" Target="/ppt/slides/slide10.xml" Id="Rf1ff64840db9418b" /><Relationship Type="http://schemas.openxmlformats.org/officeDocument/2006/relationships/slide" Target="/ppt/slides/slide11.xml" Id="R0cec6211c68f4546" /><Relationship Type="http://schemas.openxmlformats.org/officeDocument/2006/relationships/slide" Target="/ppt/slides/slide12.xml" Id="R9a1f297cb14f44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872ffdea445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4932e360741b0" /><Relationship Type="http://schemas.openxmlformats.org/officeDocument/2006/relationships/notesMaster" Target="/ppt/notesMasters/notesMaster1.xml" Id="Rbee8db4e08984e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d7891ffb904ac4" /><Relationship Type="http://schemas.openxmlformats.org/officeDocument/2006/relationships/notesMaster" Target="/ppt/notesMasters/notesMaster1.xml" Id="Rf014b00cfc4f4a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cc5a2c9de84f21" /><Relationship Type="http://schemas.openxmlformats.org/officeDocument/2006/relationships/notesMaster" Target="/ppt/notesMasters/notesMaster1.xml" Id="Ra68922ad72d04f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d423eda53d44c4" /><Relationship Type="http://schemas.openxmlformats.org/officeDocument/2006/relationships/notesMaster" Target="/ppt/notesMasters/notesMaster1.xml" Id="Rc35d5dde41bf47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dee62156304b7f" /><Relationship Type="http://schemas.openxmlformats.org/officeDocument/2006/relationships/notesMaster" Target="/ppt/notesMasters/notesMaster1.xml" Id="Rfd943ec16a3e40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bbf2684e244fc3" /><Relationship Type="http://schemas.openxmlformats.org/officeDocument/2006/relationships/notesMaster" Target="/ppt/notesMasters/notesMaster1.xml" Id="R20eca5d3d7c441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d9de8caf1f4e2d" /><Relationship Type="http://schemas.openxmlformats.org/officeDocument/2006/relationships/notesMaster" Target="/ppt/notesMasters/notesMaster1.xml" Id="R9d5452d03f154a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998823fd244dee" /><Relationship Type="http://schemas.openxmlformats.org/officeDocument/2006/relationships/notesMaster" Target="/ppt/notesMasters/notesMaster1.xml" Id="R168eb146fbca44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405e8d550f4e75" /><Relationship Type="http://schemas.openxmlformats.org/officeDocument/2006/relationships/notesMaster" Target="/ppt/notesMasters/notesMaster1.xml" Id="R8899ec9f8b8e4d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c61f3c7603478e" /><Relationship Type="http://schemas.openxmlformats.org/officeDocument/2006/relationships/notesMaster" Target="/ppt/notesMasters/notesMaster1.xml" Id="Re90e6759331f4d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4a6f8bb9094b59" /><Relationship Type="http://schemas.openxmlformats.org/officeDocument/2006/relationships/notesMaster" Target="/ppt/notesMasters/notesMaster1.xml" Id="R22facf581ee942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f079e29d614996" /><Relationship Type="http://schemas.openxmlformats.org/officeDocument/2006/relationships/notesMaster" Target="/ppt/notesMasters/notesMaster1.xml" Id="Rde90b766e95a43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レイアウト：表紙。タイトルは2～3行、副題は1行。氏名・所属・日付を更新してください。添付の研究テーマを見本として使用しています。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レイアウト：章扉。話題が切り替わる位置に配置します。章番号、章タイトル、章で扱う内容を差し替えます。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レイアウト：1メッセージ。中央の結論は2行まで。根拠は左右に短く分けて配置します。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レイアウト：3枚のカード。各見出しは短く、説明は2行以内にします。カードの幅と余白を揃えてください。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レイアウト：4段階のプロセス。研究の実験工程にも使用できます。ノードとコネクタは編集可能です。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レイアウト：左右の比較。変異前後、正規化前後などに使えます。同じ観点を同じ高さに揃えます。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レイアウト：構成図。左は入力、中央は処理、右は出力。実際の接続条件や境界に合わせて見出し・線を変更してください。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レイアウト：KPI。XXは数値用プレースホルダーです。実測値、単位、対象期間を更新してください。結果を捏造せず、未測定なら未測定と記載します。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レイアウト：編集可能な棒グラフ。表示値60・40・70は書式確認用の架空データです。実験結果ではありません。PowerPointの「データの編集」からカテゴリ・値を変更します。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レイアウト：ロードマップ。月・期間と作業内容を差し替えます。紫は現在または重点期間です。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レイアウト：まとめ。結論は1文、相談事項は2点程度。最後に次の行動や質問を具体的に示します。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ガイドは発表前に削除してください。必要なスライドを複製し、見本文字を置換します。タイトルや本文を短くし、図解を大きく保ちます。研究テーマの30枚分の本文を作成した資料ではなく、汎用レイアウト集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dcb8cfb504e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ee3753895240d5" /><Relationship Type="http://schemas.openxmlformats.org/officeDocument/2006/relationships/slideLayout" Target="/ppt/slideLayouts/slideLayout1.xml" Id="R67f9b4c6c94d45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9b4c6c94d45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428f32e094574" /><Relationship Type="http://schemas.openxmlformats.org/officeDocument/2006/relationships/notesSlide" Target="/ppt/notesSlides/notesSlide1.xml" Id="R5a292736cf624d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7884e40824deb" /><Relationship Type="http://schemas.openxmlformats.org/officeDocument/2006/relationships/notesSlide" Target="/ppt/notesSlides/notesSlide2.xml" Id="R3d0572f84bc644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155010a65421a" /><Relationship Type="http://schemas.openxmlformats.org/officeDocument/2006/relationships/notesSlide" Target="/ppt/notesSlides/notesSlide3.xml" Id="R4cdd612c02af4a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6c9657dd14306" /><Relationship Type="http://schemas.openxmlformats.org/officeDocument/2006/relationships/notesSlide" Target="/ppt/notesSlides/notesSlide4.xml" Id="R1d11bc34ef8641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ce8cfd5964bfc" /><Relationship Type="http://schemas.openxmlformats.org/officeDocument/2006/relationships/notesSlide" Target="/ppt/notesSlides/notesSlide5.xml" Id="R7e81f722469c4c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14af14da446b9" /><Relationship Type="http://schemas.openxmlformats.org/officeDocument/2006/relationships/notesSlide" Target="/ppt/notesSlides/notesSlide6.xml" Id="Rd9676da424af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a4b3f09cd4a97" /><Relationship Type="http://schemas.openxmlformats.org/officeDocument/2006/relationships/notesSlide" Target="/ppt/notesSlides/notesSlide7.xml" Id="R820eecc072654d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e82d2a3f341df" /><Relationship Type="http://schemas.openxmlformats.org/officeDocument/2006/relationships/notesSlide" Target="/ppt/notesSlides/notesSlide8.xml" Id="R1da87fb102e041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73b6162fb4223" /><Relationship Type="http://schemas.openxmlformats.org/officeDocument/2006/relationships/chart" Target="/ppt/slides/charts/chart1.xml" Id="R55d81436a0564a5c" /><Relationship Type="http://schemas.openxmlformats.org/officeDocument/2006/relationships/notesSlide" Target="/ppt/notesSlides/notesSlide9.xml" Id="R6c9878efcee441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7adab231e408c" /><Relationship Type="http://schemas.openxmlformats.org/officeDocument/2006/relationships/notesSlide" Target="/ppt/notesSlides/notesSlide10.xml" Id="R3bd9681018d14f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823404e554fe5" /><Relationship Type="http://schemas.openxmlformats.org/officeDocument/2006/relationships/notesSlide" Target="/ppt/notesSlides/notesSlide11.xml" Id="R1ee938e168284c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3ca0dab364bc0" /><Relationship Type="http://schemas.openxmlformats.org/officeDocument/2006/relationships/notesSlide" Target="/ppt/notesSlides/notesSlide12.xml" Id="Rfa7ee2f76cd346f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サンプル値</c:v>
          </c:tx>
          <c:spPr>
            <a:solidFill xmlns:a="http://schemas.openxmlformats.org/drawingml/2006/main">
              <a:srgbClr val="7352B9"/>
            </a:solidFill>
          </c:spPr>
          <c:cat>
            <c:strRef>
              <c:f>'Chart Data'!$A$2:$A$4</c:f>
              <c:strCache>
                <c:ptCount val="3"/>
                <c:pt idx="0">
                  <c:v>条件 A</c:v>
                </c:pt>
                <c:pt idx="1">
                  <c:v>条件 B</c:v>
                </c:pt>
                <c:pt idx="2">
                  <c:v>条件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60</c:v>
                </c:pt>
                <c:pt idx="1">
                  <c:v>40</c:v>
                </c:pt>
                <c:pt idx="2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5232B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1">
            <a:extLst xmlns:a="http://schemas.openxmlformats.org/drawingml/2006/main">
              <a:ext uri="{FF2B5EF4-FFF2-40B4-BE49-F238E27FC236}">
                <a16:creationId xmlns:a16="http://schemas.microsoft.com/office/drawing/2014/main" id="{65A26B67-08F0-40BD-ACA4-6155290C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817FD833-DAB6-4E3E-BB62-E04CCC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F92876BB-664B-4512-BB01-E3D1D635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難読化されたWebAssembly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クリプトジャッキングの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検知耐性評価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83C057A8-E1C6-4B8B-B96C-FEF7DDEB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wasm-mutateによるバイナリ多様化とコード正規化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950DBE4A-DC3E-443B-B12A-A9A700E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9A437032-C174-48EB-A886-B2793403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氏名 / 所属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D43E7319-B1BC-4FD7-92D4-4C0CBD03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245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YYYY.MM.DD</a:t>
            </a:r>
          </a:p>
        </p:txBody>
      </p:sp>
    </p:spTree>
    <p:extLst>
      <p:ext uri="{BB962C8B-B14F-4D97-AF65-F5344CB8AC3E}">
        <p14:creationId xmlns:p14="http://schemas.microsoft.com/office/powerpoint/2010/main" val="1205644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8">
            <a:extLst xmlns:a="http://schemas.openxmlformats.org/drawingml/2006/main">
              <a:ext uri="{FF2B5EF4-FFF2-40B4-BE49-F238E27FC236}">
                <a16:creationId xmlns:a16="http://schemas.microsoft.com/office/drawing/2014/main" id="{700F63B3-089E-463F-AB27-63FCEA24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" name="shape-9">
            <a:extLst xmlns:a="http://schemas.openxmlformats.org/drawingml/2006/main">
              <a:ext uri="{FF2B5EF4-FFF2-40B4-BE49-F238E27FC236}">
                <a16:creationId xmlns:a16="http://schemas.microsoft.com/office/drawing/2014/main" id="{43079D76-B05F-46B8-86CD-8080DBF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66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3" name="shape-10">
            <a:extLst xmlns:a="http://schemas.openxmlformats.org/drawingml/2006/main">
              <a:ext uri="{FF2B5EF4-FFF2-40B4-BE49-F238E27FC236}">
                <a16:creationId xmlns:a16="http://schemas.microsoft.com/office/drawing/2014/main" id="{F071FE74-A2BB-4BD6-9A23-36902A43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章タイトル</a:t>
            </a:r>
          </a:p>
        </p:txBody>
      </p:sp>
      <p:sp>
        <p:nvSpPr>
          <p:cNvPr id="4" name="shape-11">
            <a:extLst xmlns:a="http://schemas.openxmlformats.org/drawingml/2006/main">
              <a:ext uri="{FF2B5EF4-FFF2-40B4-BE49-F238E27FC236}">
                <a16:creationId xmlns:a16="http://schemas.microsoft.com/office/drawing/2014/main" id="{012A56F3-16A8-467F-B5A5-832BB7ED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この章で伝えることを、ひと言で</a:t>
            </a:r>
          </a:p>
        </p:txBody>
      </p:sp>
      <p:sp>
        <p:nvSpPr>
          <p:cNvPr id="5" name="shape-12">
            <a:extLst xmlns:a="http://schemas.openxmlformats.org/drawingml/2006/main">
              <a:ext uri="{FF2B5EF4-FFF2-40B4-BE49-F238E27FC236}">
                <a16:creationId xmlns:a16="http://schemas.microsoft.com/office/drawing/2014/main" id="{7772136E-6FB8-47EC-ABD2-FAB3BF85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0127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">
            <a:extLst xmlns:a="http://schemas.openxmlformats.org/drawingml/2006/main">
              <a:ext uri="{FF2B5EF4-FFF2-40B4-BE49-F238E27FC236}">
                <a16:creationId xmlns:a16="http://schemas.microsoft.com/office/drawing/2014/main" id="{92ABF89C-A486-4F2B-A246-8A488E8E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結論をひと言で</a:t>
            </a:r>
          </a:p>
        </p:txBody>
      </p:sp>
      <p:sp>
        <p:nvSpPr>
          <p:cNvPr id="2" name="shape-14">
            <a:extLst xmlns:a="http://schemas.openxmlformats.org/drawingml/2006/main">
              <a:ext uri="{FF2B5EF4-FFF2-40B4-BE49-F238E27FC236}">
                <a16:creationId xmlns:a16="http://schemas.microsoft.com/office/drawing/2014/main" id="{7A1BB038-C8BA-40FB-AF09-6B790984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5">
            <a:extLst xmlns:a="http://schemas.openxmlformats.org/drawingml/2006/main">
              <a:ext uri="{FF2B5EF4-FFF2-40B4-BE49-F238E27FC236}">
                <a16:creationId xmlns:a16="http://schemas.microsoft.com/office/drawing/2014/main" id="{5D4E765F-1C06-42F9-BC99-820AA845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shape-16">
            <a:extLst xmlns:a="http://schemas.openxmlformats.org/drawingml/2006/main">
              <a:ext uri="{FF2B5EF4-FFF2-40B4-BE49-F238E27FC236}">
                <a16:creationId xmlns:a16="http://schemas.microsoft.com/office/drawing/2014/main" id="{4F54F3C5-B615-4B12-833D-A38387E0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7">
            <a:extLst xmlns:a="http://schemas.openxmlformats.org/drawingml/2006/main">
              <a:ext uri="{FF2B5EF4-FFF2-40B4-BE49-F238E27FC236}">
                <a16:creationId xmlns:a16="http://schemas.microsoft.com/office/drawing/2014/main" id="{0842FF4B-A1A3-48E3-A7AD-AEBBC742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10058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最も伝えたいメッセージを</a:t>
            </a:r>
          </a:p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ここに記入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54800D17-1F9C-4FC6-84C0-9ACAC580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01</a:t>
            </a:r>
          </a:p>
        </p:txBody>
      </p:sp>
      <p:sp>
        <p:nvSpPr>
          <p:cNvPr id="7" name="shape-19">
            <a:extLst xmlns:a="http://schemas.openxmlformats.org/drawingml/2006/main">
              <a:ext uri="{FF2B5EF4-FFF2-40B4-BE49-F238E27FC236}">
                <a16:creationId xmlns:a16="http://schemas.microsoft.com/office/drawing/2014/main" id="{C52381B2-2999-4C6F-9170-6B717F46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結論を支える事実を短く</a:t>
            </a:r>
          </a:p>
        </p:txBody>
      </p:sp>
      <p:sp>
        <p:nvSpPr>
          <p:cNvPr id="8" name="shape-20">
            <a:extLst xmlns:a="http://schemas.openxmlformats.org/drawingml/2006/main">
              <a:ext uri="{FF2B5EF4-FFF2-40B4-BE49-F238E27FC236}">
                <a16:creationId xmlns:a16="http://schemas.microsoft.com/office/drawing/2014/main" id="{E25F0196-16D8-4221-8F70-3B8CD19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52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02</a:t>
            </a:r>
          </a:p>
        </p:txBody>
      </p:sp>
      <p:sp>
        <p:nvSpPr>
          <p:cNvPr id="9" name="shape-21">
            <a:extLst xmlns:a="http://schemas.openxmlformats.org/drawingml/2006/main">
              <a:ext uri="{FF2B5EF4-FFF2-40B4-BE49-F238E27FC236}">
                <a16:creationId xmlns:a16="http://schemas.microsoft.com/office/drawing/2014/main" id="{DB550224-64D9-4DA8-868A-214C50BC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比較・観察結果をひと言で</a:t>
            </a:r>
          </a:p>
        </p:txBody>
      </p:sp>
    </p:spTree>
    <p:extLst>
      <p:ext uri="{BB962C8B-B14F-4D97-AF65-F5344CB8AC3E}">
        <p14:creationId xmlns:p14="http://schemas.microsoft.com/office/powerpoint/2010/main" val="483925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22">
            <a:extLst xmlns:a="http://schemas.openxmlformats.org/drawingml/2006/main">
              <a:ext uri="{FF2B5EF4-FFF2-40B4-BE49-F238E27FC236}">
                <a16:creationId xmlns:a16="http://schemas.microsoft.com/office/drawing/2014/main" id="{E06E7D64-4D65-4597-B2DA-6098B960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重要なポイント</a:t>
            </a:r>
          </a:p>
        </p:txBody>
      </p:sp>
      <p:sp>
        <p:nvSpPr>
          <p:cNvPr id="2" name="shape-23">
            <a:extLst xmlns:a="http://schemas.openxmlformats.org/drawingml/2006/main">
              <a:ext uri="{FF2B5EF4-FFF2-40B4-BE49-F238E27FC236}">
                <a16:creationId xmlns:a16="http://schemas.microsoft.com/office/drawing/2014/main" id="{8365DB3E-4B31-409A-8E5A-23ECD5D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24">
            <a:extLst xmlns:a="http://schemas.openxmlformats.org/drawingml/2006/main">
              <a:ext uri="{FF2B5EF4-FFF2-40B4-BE49-F238E27FC236}">
                <a16:creationId xmlns:a16="http://schemas.microsoft.com/office/drawing/2014/main" id="{320FE3B1-3CFC-4E73-9B7D-FB71514D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shape-25">
            <a:extLst xmlns:a="http://schemas.openxmlformats.org/drawingml/2006/main">
              <a:ext uri="{FF2B5EF4-FFF2-40B4-BE49-F238E27FC236}">
                <a16:creationId xmlns:a16="http://schemas.microsoft.com/office/drawing/2014/main" id="{7406B80F-61B2-430F-B3FE-E4C583B4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26">
            <a:extLst xmlns:a="http://schemas.openxmlformats.org/drawingml/2006/main">
              <a:ext uri="{FF2B5EF4-FFF2-40B4-BE49-F238E27FC236}">
                <a16:creationId xmlns:a16="http://schemas.microsoft.com/office/drawing/2014/main" id="{A1BB1D15-DEEB-4990-B14C-8FA33AEB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6" name="shape-27">
            <a:extLst xmlns:a="http://schemas.openxmlformats.org/drawingml/2006/main">
              <a:ext uri="{FF2B5EF4-FFF2-40B4-BE49-F238E27FC236}">
                <a16:creationId xmlns:a16="http://schemas.microsoft.com/office/drawing/2014/main" id="{42E411EC-CB86-4F1A-9A9E-B80F21E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1</a:t>
            </a:r>
          </a:p>
        </p:txBody>
      </p:sp>
      <p:sp>
        <p:nvSpPr>
          <p:cNvPr id="7" name="shape-28">
            <a:extLst xmlns:a="http://schemas.openxmlformats.org/drawingml/2006/main">
              <a:ext uri="{FF2B5EF4-FFF2-40B4-BE49-F238E27FC236}">
                <a16:creationId xmlns:a16="http://schemas.microsoft.com/office/drawing/2014/main" id="{2323B16F-FD51-40B0-9A30-14701D1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8" name="shape-29">
            <a:extLst xmlns:a="http://schemas.openxmlformats.org/drawingml/2006/main">
              <a:ext uri="{FF2B5EF4-FFF2-40B4-BE49-F238E27FC236}">
                <a16:creationId xmlns:a16="http://schemas.microsoft.com/office/drawing/2014/main" id="{D5EAF280-3C13-4CC8-9EA9-BCF7D02C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9" name="shape-30">
            <a:extLst xmlns:a="http://schemas.openxmlformats.org/drawingml/2006/main">
              <a:ext uri="{FF2B5EF4-FFF2-40B4-BE49-F238E27FC236}">
                <a16:creationId xmlns:a16="http://schemas.microsoft.com/office/drawing/2014/main" id="{DC56F3D4-5A55-4DA9-A4B2-58E387EC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shape-31">
            <a:extLst xmlns:a="http://schemas.openxmlformats.org/drawingml/2006/main">
              <a:ext uri="{FF2B5EF4-FFF2-40B4-BE49-F238E27FC236}">
                <a16:creationId xmlns:a16="http://schemas.microsoft.com/office/drawing/2014/main" id="{78F42BCD-B52C-4371-8230-640988A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2</a:t>
            </a:r>
          </a:p>
        </p:txBody>
      </p:sp>
      <p:sp>
        <p:nvSpPr>
          <p:cNvPr id="11" name="shape-32">
            <a:extLst xmlns:a="http://schemas.openxmlformats.org/drawingml/2006/main">
              <a:ext uri="{FF2B5EF4-FFF2-40B4-BE49-F238E27FC236}">
                <a16:creationId xmlns:a16="http://schemas.microsoft.com/office/drawing/2014/main" id="{FD0CC7BD-6A16-4659-9066-4BB04EF3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2" name="shape-33">
            <a:extLst xmlns:a="http://schemas.openxmlformats.org/drawingml/2006/main">
              <a:ext uri="{FF2B5EF4-FFF2-40B4-BE49-F238E27FC236}">
                <a16:creationId xmlns:a16="http://schemas.microsoft.com/office/drawing/2014/main" id="{3275857D-F162-48E1-9C1F-C42A8446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3" name="shape-34">
            <a:extLst xmlns:a="http://schemas.openxmlformats.org/drawingml/2006/main">
              <a:ext uri="{FF2B5EF4-FFF2-40B4-BE49-F238E27FC236}">
                <a16:creationId xmlns:a16="http://schemas.microsoft.com/office/drawing/2014/main" id="{7C4BFFF3-83EB-4C76-B532-853874AC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shape-35">
            <a:extLst xmlns:a="http://schemas.openxmlformats.org/drawingml/2006/main">
              <a:ext uri="{FF2B5EF4-FFF2-40B4-BE49-F238E27FC236}">
                <a16:creationId xmlns:a16="http://schemas.microsoft.com/office/drawing/2014/main" id="{568768F7-EB1E-4884-93E5-06272B34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3</a:t>
            </a:r>
          </a:p>
        </p:txBody>
      </p:sp>
      <p:sp>
        <p:nvSpPr>
          <p:cNvPr id="15" name="shape-36">
            <a:extLst xmlns:a="http://schemas.openxmlformats.org/drawingml/2006/main">
              <a:ext uri="{FF2B5EF4-FFF2-40B4-BE49-F238E27FC236}">
                <a16:creationId xmlns:a16="http://schemas.microsoft.com/office/drawing/2014/main" id="{8B3B978D-0471-4B0B-A160-444E9FC0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1230871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37">
            <a:extLst xmlns:a="http://schemas.openxmlformats.org/drawingml/2006/main">
              <a:ext uri="{FF2B5EF4-FFF2-40B4-BE49-F238E27FC236}">
                <a16:creationId xmlns:a16="http://schemas.microsoft.com/office/drawing/2014/main" id="{7284E32A-B660-4B6D-902F-5A0B0F0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実施の流れ</a:t>
            </a:r>
          </a:p>
        </p:txBody>
      </p:sp>
      <p:sp>
        <p:nvSpPr>
          <p:cNvPr id="2" name="shape-38">
            <a:extLst xmlns:a="http://schemas.openxmlformats.org/drawingml/2006/main">
              <a:ext uri="{FF2B5EF4-FFF2-40B4-BE49-F238E27FC236}">
                <a16:creationId xmlns:a16="http://schemas.microsoft.com/office/drawing/2014/main" id="{CA7BBDA1-07FF-4B3E-841C-FDE110C0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9">
            <a:extLst xmlns:a="http://schemas.openxmlformats.org/drawingml/2006/main">
              <a:ext uri="{FF2B5EF4-FFF2-40B4-BE49-F238E27FC236}">
                <a16:creationId xmlns:a16="http://schemas.microsoft.com/office/drawing/2014/main" id="{D24D5E23-DC87-4290-BBF1-629EBF0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shape-40">
            <a:extLst xmlns:a="http://schemas.openxmlformats.org/drawingml/2006/main">
              <a:ext uri="{FF2B5EF4-FFF2-40B4-BE49-F238E27FC236}">
                <a16:creationId xmlns:a16="http://schemas.microsoft.com/office/drawing/2014/main" id="{32460D63-71C7-44C2-8D92-250B89AD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shape-41">
            <a:extLst xmlns:a="http://schemas.openxmlformats.org/drawingml/2006/main">
              <a:ext uri="{FF2B5EF4-FFF2-40B4-BE49-F238E27FC236}">
                <a16:creationId xmlns:a16="http://schemas.microsoft.com/office/drawing/2014/main" id="{BBA4C18C-716A-4FD9-B1BF-BE3EADF9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6" name="shape-42">
            <a:extLst xmlns:a="http://schemas.openxmlformats.org/drawingml/2006/main">
              <a:ext uri="{FF2B5EF4-FFF2-40B4-BE49-F238E27FC236}">
                <a16:creationId xmlns:a16="http://schemas.microsoft.com/office/drawing/2014/main" id="{8C926509-0ADB-4E91-B7E7-77BD7CD9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7" name="shape-43">
            <a:extLst xmlns:a="http://schemas.openxmlformats.org/drawingml/2006/main">
              <a:ext uri="{FF2B5EF4-FFF2-40B4-BE49-F238E27FC236}">
                <a16:creationId xmlns:a16="http://schemas.microsoft.com/office/drawing/2014/main" id="{BB2D4723-5F3B-42A2-A830-C7476E69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対象・条件を定義</a:t>
            </a:r>
          </a:p>
        </p:txBody>
      </p:sp>
      <p:sp>
        <p:nvSpPr>
          <p:cNvPr id="8" name="shape-44">
            <a:extLst xmlns:a="http://schemas.openxmlformats.org/drawingml/2006/main">
              <a:ext uri="{FF2B5EF4-FFF2-40B4-BE49-F238E27FC236}">
                <a16:creationId xmlns:a16="http://schemas.microsoft.com/office/drawing/2014/main" id="{4E6676DA-0D13-483C-AAB6-42969984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9" name="shape-45">
            <a:extLst xmlns:a="http://schemas.openxmlformats.org/drawingml/2006/main">
              <a:ext uri="{FF2B5EF4-FFF2-40B4-BE49-F238E27FC236}">
                <a16:creationId xmlns:a16="http://schemas.microsoft.com/office/drawing/2014/main" id="{A55F23BE-C51F-44FC-B6DB-27F9D033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0" name="shape-46">
            <a:extLst xmlns:a="http://schemas.openxmlformats.org/drawingml/2006/main">
              <a:ext uri="{FF2B5EF4-FFF2-40B4-BE49-F238E27FC236}">
                <a16:creationId xmlns:a16="http://schemas.microsoft.com/office/drawing/2014/main" id="{A5FC3CC3-BEE0-4607-BB8C-4CFFB39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</a:t>
            </a:r>
          </a:p>
        </p:txBody>
      </p:sp>
      <p:sp>
        <p:nvSpPr>
          <p:cNvPr id="11" name="shape-47">
            <a:extLst xmlns:a="http://schemas.openxmlformats.org/drawingml/2006/main">
              <a:ext uri="{FF2B5EF4-FFF2-40B4-BE49-F238E27FC236}">
                <a16:creationId xmlns:a16="http://schemas.microsoft.com/office/drawing/2014/main" id="{ACCFA7FF-B895-4C46-BBB7-64AAB79B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手順に沿って実行</a:t>
            </a:r>
          </a:p>
        </p:txBody>
      </p:sp>
      <p:sp>
        <p:nvSpPr>
          <p:cNvPr id="12" name="shape-48">
            <a:extLst xmlns:a="http://schemas.openxmlformats.org/drawingml/2006/main">
              <a:ext uri="{FF2B5EF4-FFF2-40B4-BE49-F238E27FC236}">
                <a16:creationId xmlns:a16="http://schemas.microsoft.com/office/drawing/2014/main" id="{FDF7ECBB-DDA4-4C55-B712-E807146E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3" name="shape-49">
            <a:extLst xmlns:a="http://schemas.openxmlformats.org/drawingml/2006/main">
              <a:ext uri="{FF2B5EF4-FFF2-40B4-BE49-F238E27FC236}">
                <a16:creationId xmlns:a16="http://schemas.microsoft.com/office/drawing/2014/main" id="{74AD2817-B011-4C8A-92E8-6F1625B0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4" name="shape-50">
            <a:extLst xmlns:a="http://schemas.openxmlformats.org/drawingml/2006/main">
              <a:ext uri="{FF2B5EF4-FFF2-40B4-BE49-F238E27FC236}">
                <a16:creationId xmlns:a16="http://schemas.microsoft.com/office/drawing/2014/main" id="{80870D4C-2DC7-4EE6-B7DD-5C7061E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</a:t>
            </a:r>
          </a:p>
        </p:txBody>
      </p:sp>
      <p:sp>
        <p:nvSpPr>
          <p:cNvPr id="15" name="shape-51">
            <a:extLst xmlns:a="http://schemas.openxmlformats.org/drawingml/2006/main">
              <a:ext uri="{FF2B5EF4-FFF2-40B4-BE49-F238E27FC236}">
                <a16:creationId xmlns:a16="http://schemas.microsoft.com/office/drawing/2014/main" id="{E93CF54C-B0B6-4DAD-957A-63EA564D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結果を並べて確認</a:t>
            </a:r>
          </a:p>
        </p:txBody>
      </p:sp>
      <p:sp>
        <p:nvSpPr>
          <p:cNvPr id="16" name="shape-52">
            <a:extLst xmlns:a="http://schemas.openxmlformats.org/drawingml/2006/main">
              <a:ext uri="{FF2B5EF4-FFF2-40B4-BE49-F238E27FC236}">
                <a16:creationId xmlns:a16="http://schemas.microsoft.com/office/drawing/2014/main" id="{535E7F56-0E14-4129-A7D6-659E11FC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7" name="shape-53">
            <a:extLst xmlns:a="http://schemas.openxmlformats.org/drawingml/2006/main">
              <a:ext uri="{FF2B5EF4-FFF2-40B4-BE49-F238E27FC236}">
                <a16:creationId xmlns:a16="http://schemas.microsoft.com/office/drawing/2014/main" id="{3555C279-A2C9-4906-941E-DB0F4AE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8" name="shape-54">
            <a:extLst xmlns:a="http://schemas.openxmlformats.org/drawingml/2006/main">
              <a:ext uri="{FF2B5EF4-FFF2-40B4-BE49-F238E27FC236}">
                <a16:creationId xmlns:a16="http://schemas.microsoft.com/office/drawing/2014/main" id="{07725696-E6DB-4020-BD53-D82FB64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19" name="shape-55">
            <a:extLst xmlns:a="http://schemas.openxmlformats.org/drawingml/2006/main">
              <a:ext uri="{FF2B5EF4-FFF2-40B4-BE49-F238E27FC236}">
                <a16:creationId xmlns:a16="http://schemas.microsoft.com/office/drawing/2014/main" id="{778A17AA-C7FE-4DF3-94DB-FDC3DB50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結論と課題を整理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194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8170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439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756602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56">
            <a:extLst xmlns:a="http://schemas.openxmlformats.org/drawingml/2006/main">
              <a:ext uri="{FF2B5EF4-FFF2-40B4-BE49-F238E27FC236}">
                <a16:creationId xmlns:a16="http://schemas.microsoft.com/office/drawing/2014/main" id="{2AEA368B-DC23-40B6-9B53-56DA775B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2つの条件を比較</a:t>
            </a:r>
          </a:p>
        </p:txBody>
      </p:sp>
      <p:sp>
        <p:nvSpPr>
          <p:cNvPr id="2" name="shape-57">
            <a:extLst xmlns:a="http://schemas.openxmlformats.org/drawingml/2006/main">
              <a:ext uri="{FF2B5EF4-FFF2-40B4-BE49-F238E27FC236}">
                <a16:creationId xmlns:a16="http://schemas.microsoft.com/office/drawing/2014/main" id="{01B42790-9CDA-47E2-853C-23C3D50C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58">
            <a:extLst xmlns:a="http://schemas.openxmlformats.org/drawingml/2006/main">
              <a:ext uri="{FF2B5EF4-FFF2-40B4-BE49-F238E27FC236}">
                <a16:creationId xmlns:a16="http://schemas.microsoft.com/office/drawing/2014/main" id="{EAD5BBB8-4276-42B9-BC3E-F2EACC94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shape-59">
            <a:extLst xmlns:a="http://schemas.openxmlformats.org/drawingml/2006/main">
              <a:ext uri="{FF2B5EF4-FFF2-40B4-BE49-F238E27FC236}">
                <a16:creationId xmlns:a16="http://schemas.microsoft.com/office/drawing/2014/main" id="{E483D176-DFFF-4FB0-96E2-6DDA2347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435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60">
            <a:extLst xmlns:a="http://schemas.openxmlformats.org/drawingml/2006/main">
              <a:ext uri="{FF2B5EF4-FFF2-40B4-BE49-F238E27FC236}">
                <a16:creationId xmlns:a16="http://schemas.microsoft.com/office/drawing/2014/main" id="{DA4F71AE-EB87-4994-BB6D-55B5BD94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5410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6" name="shape-61">
            <a:extLst xmlns:a="http://schemas.openxmlformats.org/drawingml/2006/main">
              <a:ext uri="{FF2B5EF4-FFF2-40B4-BE49-F238E27FC236}">
                <a16:creationId xmlns:a16="http://schemas.microsoft.com/office/drawing/2014/main" id="{AB964FE2-9D80-4908-843F-4584188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比較条件 A</a:t>
            </a:r>
          </a:p>
        </p:txBody>
      </p:sp>
      <p:sp>
        <p:nvSpPr>
          <p:cNvPr id="7" name="shape-62">
            <a:extLst xmlns:a="http://schemas.openxmlformats.org/drawingml/2006/main">
              <a:ext uri="{FF2B5EF4-FFF2-40B4-BE49-F238E27FC236}">
                <a16:creationId xmlns:a16="http://schemas.microsoft.com/office/drawing/2014/main" id="{8E5A397E-7265-4A25-9D97-B46AA7D0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比較条件 B</a:t>
            </a:r>
          </a:p>
        </p:txBody>
      </p:sp>
      <p:sp>
        <p:nvSpPr>
          <p:cNvPr id="8" name="shape-63">
            <a:extLst xmlns:a="http://schemas.openxmlformats.org/drawingml/2006/main">
              <a:ext uri="{FF2B5EF4-FFF2-40B4-BE49-F238E27FC236}">
                <a16:creationId xmlns:a16="http://schemas.microsoft.com/office/drawing/2014/main" id="{CB3F757F-4401-4030-B2F4-CD8D5A6E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9" name="shape-64">
            <a:extLst xmlns:a="http://schemas.openxmlformats.org/drawingml/2006/main">
              <a:ext uri="{FF2B5EF4-FFF2-40B4-BE49-F238E27FC236}">
                <a16:creationId xmlns:a16="http://schemas.microsoft.com/office/drawing/2014/main" id="{13EE9F48-2612-4506-AC7F-ABE79B72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0" name="shape-65">
            <a:extLst xmlns:a="http://schemas.openxmlformats.org/drawingml/2006/main">
              <a:ext uri="{FF2B5EF4-FFF2-40B4-BE49-F238E27FC236}">
                <a16:creationId xmlns:a16="http://schemas.microsoft.com/office/drawing/2014/main" id="{DFF36E89-907F-4538-8FBB-9456990B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11" name="shape-66">
            <a:extLst xmlns:a="http://schemas.openxmlformats.org/drawingml/2006/main">
              <a:ext uri="{FF2B5EF4-FFF2-40B4-BE49-F238E27FC236}">
                <a16:creationId xmlns:a16="http://schemas.microsoft.com/office/drawing/2014/main" id="{D6AD0F2E-F1F2-432A-AA78-E34F11DB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2" name="shape-67">
            <a:extLst xmlns:a="http://schemas.openxmlformats.org/drawingml/2006/main">
              <a:ext uri="{FF2B5EF4-FFF2-40B4-BE49-F238E27FC236}">
                <a16:creationId xmlns:a16="http://schemas.microsoft.com/office/drawing/2014/main" id="{136675F3-2C71-4904-8360-50C54E67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3" name="shape-68">
            <a:extLst xmlns:a="http://schemas.openxmlformats.org/drawingml/2006/main">
              <a:ext uri="{FF2B5EF4-FFF2-40B4-BE49-F238E27FC236}">
                <a16:creationId xmlns:a16="http://schemas.microsoft.com/office/drawing/2014/main" id="{66C432E4-5D07-4922-A22C-091D2FC3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4" name="shape-69">
            <a:extLst xmlns:a="http://schemas.openxmlformats.org/drawingml/2006/main">
              <a:ext uri="{FF2B5EF4-FFF2-40B4-BE49-F238E27FC236}">
                <a16:creationId xmlns:a16="http://schemas.microsoft.com/office/drawing/2014/main" id="{499FC7AF-E1F7-4C61-AB2F-E8C8B28E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5" name="shape-70">
            <a:extLst xmlns:a="http://schemas.openxmlformats.org/drawingml/2006/main">
              <a:ext uri="{FF2B5EF4-FFF2-40B4-BE49-F238E27FC236}">
                <a16:creationId xmlns:a16="http://schemas.microsoft.com/office/drawing/2014/main" id="{34C91898-E521-4335-BBDC-A6FECE4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6" name="shape-71">
            <a:extLst xmlns:a="http://schemas.openxmlformats.org/drawingml/2006/main">
              <a:ext uri="{FF2B5EF4-FFF2-40B4-BE49-F238E27FC236}">
                <a16:creationId xmlns:a16="http://schemas.microsoft.com/office/drawing/2014/main" id="{229F03A8-5EB2-43E6-BB16-95D35C19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7" name="shape-72">
            <a:extLst xmlns:a="http://schemas.openxmlformats.org/drawingml/2006/main">
              <a:ext uri="{FF2B5EF4-FFF2-40B4-BE49-F238E27FC236}">
                <a16:creationId xmlns:a16="http://schemas.microsoft.com/office/drawing/2014/main" id="{78297096-A1C1-4F92-A52B-FB7D98EC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18" name="shape-73">
            <a:extLst xmlns:a="http://schemas.openxmlformats.org/drawingml/2006/main">
              <a:ext uri="{FF2B5EF4-FFF2-40B4-BE49-F238E27FC236}">
                <a16:creationId xmlns:a16="http://schemas.microsoft.com/office/drawing/2014/main" id="{4E315B31-DCE2-4835-A38C-79823132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9" name="shape-74">
            <a:extLst xmlns:a="http://schemas.openxmlformats.org/drawingml/2006/main">
              <a:ext uri="{FF2B5EF4-FFF2-40B4-BE49-F238E27FC236}">
                <a16:creationId xmlns:a16="http://schemas.microsoft.com/office/drawing/2014/main" id="{BFADD1E1-3BE6-498F-BC7E-AFF9E9A0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148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20" name="shape-75">
            <a:extLst xmlns:a="http://schemas.openxmlformats.org/drawingml/2006/main">
              <a:ext uri="{FF2B5EF4-FFF2-40B4-BE49-F238E27FC236}">
                <a16:creationId xmlns:a16="http://schemas.microsoft.com/office/drawing/2014/main" id="{BF4EC7D8-CD36-44C1-9BD6-285DDC41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比較から分かったことを1文で</a:t>
            </a:r>
          </a:p>
        </p:txBody>
      </p:sp>
    </p:spTree>
    <p:extLst>
      <p:ext uri="{BB962C8B-B14F-4D97-AF65-F5344CB8AC3E}">
        <p14:creationId xmlns:p14="http://schemas.microsoft.com/office/powerpoint/2010/main" val="159347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76">
            <a:extLst xmlns:a="http://schemas.openxmlformats.org/drawingml/2006/main">
              <a:ext uri="{FF2B5EF4-FFF2-40B4-BE49-F238E27FC236}">
                <a16:creationId xmlns:a16="http://schemas.microsoft.com/office/drawing/2014/main" id="{8C60935B-BB1D-42D7-911B-F7F71359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全体構成</a:t>
            </a:r>
          </a:p>
        </p:txBody>
      </p:sp>
      <p:sp>
        <p:nvSpPr>
          <p:cNvPr id="2" name="shape-77">
            <a:extLst xmlns:a="http://schemas.openxmlformats.org/drawingml/2006/main">
              <a:ext uri="{FF2B5EF4-FFF2-40B4-BE49-F238E27FC236}">
                <a16:creationId xmlns:a16="http://schemas.microsoft.com/office/drawing/2014/main" id="{F4012F32-C1CF-4AB2-A7E2-9A422D5F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6FC82911-F8E8-4EA3-BB3B-32DDDEB8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shape-79">
            <a:extLst xmlns:a="http://schemas.openxmlformats.org/drawingml/2006/main">
              <a:ext uri="{FF2B5EF4-FFF2-40B4-BE49-F238E27FC236}">
                <a16:creationId xmlns:a16="http://schemas.microsoft.com/office/drawing/2014/main" id="{F506BF0C-AB29-48CA-9666-39CD35E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66900"/>
            <a:ext cx="4533900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80">
            <a:extLst xmlns:a="http://schemas.openxmlformats.org/drawingml/2006/main">
              <a:ext uri="{FF2B5EF4-FFF2-40B4-BE49-F238E27FC236}">
                <a16:creationId xmlns:a16="http://schemas.microsoft.com/office/drawing/2014/main" id="{6B3FE0E1-26F6-4CD5-AAD5-759ACCEF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処理環境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F93801DE-7F7A-476D-9FAF-2D64D9F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33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82">
            <a:extLst xmlns:a="http://schemas.openxmlformats.org/drawingml/2006/main">
              <a:ext uri="{FF2B5EF4-FFF2-40B4-BE49-F238E27FC236}">
                <a16:creationId xmlns:a16="http://schemas.microsoft.com/office/drawing/2014/main" id="{66D9F108-7118-489C-BC38-76062069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入力</a:t>
            </a:r>
          </a:p>
        </p:txBody>
      </p:sp>
      <p:sp>
        <p:nvSpPr>
          <p:cNvPr id="8" name="shape-83">
            <a:extLst xmlns:a="http://schemas.openxmlformats.org/drawingml/2006/main">
              <a:ext uri="{FF2B5EF4-FFF2-40B4-BE49-F238E27FC236}">
                <a16:creationId xmlns:a16="http://schemas.microsoft.com/office/drawing/2014/main" id="{3AE5B357-A3C4-420C-8D8E-2C589D85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9" name="shape-84">
            <a:extLst xmlns:a="http://schemas.openxmlformats.org/drawingml/2006/main">
              <a:ext uri="{FF2B5EF4-FFF2-40B4-BE49-F238E27FC236}">
                <a16:creationId xmlns:a16="http://schemas.microsoft.com/office/drawing/2014/main" id="{07487752-5DBA-4FFB-852D-DECF5757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1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5C1ABE37-8693-42EA-95A5-F6F887C2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1" name="shape-86">
            <a:extLst xmlns:a="http://schemas.openxmlformats.org/drawingml/2006/main">
              <a:ext uri="{FF2B5EF4-FFF2-40B4-BE49-F238E27FC236}">
                <a16:creationId xmlns:a16="http://schemas.microsoft.com/office/drawing/2014/main" id="{CE4E4A07-4FD1-436C-A592-5B5E18CA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2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D4B09AF0-37DE-44D8-9781-C1DE373C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8135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3" name="shape-88">
            <a:extLst xmlns:a="http://schemas.openxmlformats.org/drawingml/2006/main">
              <a:ext uri="{FF2B5EF4-FFF2-40B4-BE49-F238E27FC236}">
                <a16:creationId xmlns:a16="http://schemas.microsoft.com/office/drawing/2014/main" id="{DD8683A0-E75F-4E40-9C91-1A974BDB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04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出力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19450" y="3381375"/>
            <a:ext cx="10858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829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86700" y="3381375"/>
            <a:ext cx="110490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sp>
        <p:nvSpPr>
          <p:cNvPr id="17" name="shape-89">
            <a:extLst xmlns:a="http://schemas.openxmlformats.org/drawingml/2006/main">
              <a:ext uri="{FF2B5EF4-FFF2-40B4-BE49-F238E27FC236}">
                <a16:creationId xmlns:a16="http://schemas.microsoft.com/office/drawing/2014/main" id="{6551404C-C76D-42F7-8203-A84B21AE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入力対象の説明</a:t>
            </a:r>
          </a:p>
        </p:txBody>
      </p:sp>
      <p:sp>
        <p:nvSpPr>
          <p:cNvPr id="18" name="shape-90">
            <a:extLst xmlns:a="http://schemas.openxmlformats.org/drawingml/2006/main">
              <a:ext uri="{FF2B5EF4-FFF2-40B4-BE49-F238E27FC236}">
                <a16:creationId xmlns:a16="http://schemas.microsoft.com/office/drawing/2014/main" id="{1CC15808-671F-41B1-9849-02D5D8CA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243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出力結果の説明</a:t>
            </a:r>
          </a:p>
        </p:txBody>
      </p:sp>
    </p:spTree>
    <p:extLst>
      <p:ext uri="{BB962C8B-B14F-4D97-AF65-F5344CB8AC3E}">
        <p14:creationId xmlns:p14="http://schemas.microsoft.com/office/powerpoint/2010/main" val="1384532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FA4C13BD-681E-4E1F-AA89-6AFF4B1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主要な数値</a:t>
            </a:r>
          </a:p>
        </p:txBody>
      </p:sp>
      <p:sp>
        <p:nvSpPr>
          <p:cNvPr id="2" name="shape-92">
            <a:extLst xmlns:a="http://schemas.openxmlformats.org/drawingml/2006/main">
              <a:ext uri="{FF2B5EF4-FFF2-40B4-BE49-F238E27FC236}">
                <a16:creationId xmlns:a16="http://schemas.microsoft.com/office/drawing/2014/main" id="{A8EBFB84-0C07-404B-BE0B-6E916117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93">
            <a:extLst xmlns:a="http://schemas.openxmlformats.org/drawingml/2006/main">
              <a:ext uri="{FF2B5EF4-FFF2-40B4-BE49-F238E27FC236}">
                <a16:creationId xmlns:a16="http://schemas.microsoft.com/office/drawing/2014/main" id="{FF80A948-4E4F-47D8-B92E-C1314D91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shape-94">
            <a:extLst xmlns:a="http://schemas.openxmlformats.org/drawingml/2006/main">
              <a:ext uri="{FF2B5EF4-FFF2-40B4-BE49-F238E27FC236}">
                <a16:creationId xmlns:a16="http://schemas.microsoft.com/office/drawing/2014/main" id="{91F47F71-DFBE-4389-AD38-45413E7C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1</a:t>
            </a:r>
          </a:p>
        </p:txBody>
      </p:sp>
      <p:sp>
        <p:nvSpPr>
          <p:cNvPr id="5" name="shape-95">
            <a:extLst xmlns:a="http://schemas.openxmlformats.org/drawingml/2006/main">
              <a:ext uri="{FF2B5EF4-FFF2-40B4-BE49-F238E27FC236}">
                <a16:creationId xmlns:a16="http://schemas.microsoft.com/office/drawing/2014/main" id="{BF95B898-E763-4E8A-AE26-9CCC9311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XX%</a:t>
            </a:r>
          </a:p>
        </p:txBody>
      </p:sp>
      <p:sp>
        <p:nvSpPr>
          <p:cNvPr id="6" name="shape-96">
            <a:extLst xmlns:a="http://schemas.openxmlformats.org/drawingml/2006/main">
              <a:ext uri="{FF2B5EF4-FFF2-40B4-BE49-F238E27FC236}">
                <a16:creationId xmlns:a16="http://schemas.microsoft.com/office/drawing/2014/main" id="{16036D92-7FCC-4071-BFED-9A3CC2AD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7" name="shape-97">
            <a:extLst xmlns:a="http://schemas.openxmlformats.org/drawingml/2006/main">
              <a:ext uri="{FF2B5EF4-FFF2-40B4-BE49-F238E27FC236}">
                <a16:creationId xmlns:a16="http://schemas.microsoft.com/office/drawing/2014/main" id="{B5B0B04A-EE62-446F-A3CC-315F960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8" name="shape-98">
            <a:extLst xmlns:a="http://schemas.openxmlformats.org/drawingml/2006/main">
              <a:ext uri="{FF2B5EF4-FFF2-40B4-BE49-F238E27FC236}">
                <a16:creationId xmlns:a16="http://schemas.microsoft.com/office/drawing/2014/main" id="{3499DCD9-EAC2-4537-91B0-71DEF5B1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2</a:t>
            </a:r>
          </a:p>
        </p:txBody>
      </p:sp>
      <p:sp>
        <p:nvSpPr>
          <p:cNvPr id="9" name="shape-99">
            <a:extLst xmlns:a="http://schemas.openxmlformats.org/drawingml/2006/main">
              <a:ext uri="{FF2B5EF4-FFF2-40B4-BE49-F238E27FC236}">
                <a16:creationId xmlns:a16="http://schemas.microsoft.com/office/drawing/2014/main" id="{7B55D298-59E7-4BD1-BC1F-12EDB95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XX件</a:t>
            </a:r>
          </a:p>
        </p:txBody>
      </p:sp>
      <p:sp>
        <p:nvSpPr>
          <p:cNvPr id="10" name="shape-100">
            <a:extLst xmlns:a="http://schemas.openxmlformats.org/drawingml/2006/main">
              <a:ext uri="{FF2B5EF4-FFF2-40B4-BE49-F238E27FC236}">
                <a16:creationId xmlns:a16="http://schemas.microsoft.com/office/drawing/2014/main" id="{022C9FA6-51B6-4E37-A3D9-6693BD38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1" name="shape-101">
            <a:extLst xmlns:a="http://schemas.openxmlformats.org/drawingml/2006/main">
              <a:ext uri="{FF2B5EF4-FFF2-40B4-BE49-F238E27FC236}">
                <a16:creationId xmlns:a16="http://schemas.microsoft.com/office/drawing/2014/main" id="{C375A15F-15EA-4FE6-9BDB-00FFCAFF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12" name="shape-102">
            <a:extLst xmlns:a="http://schemas.openxmlformats.org/drawingml/2006/main">
              <a:ext uri="{FF2B5EF4-FFF2-40B4-BE49-F238E27FC236}">
                <a16:creationId xmlns:a16="http://schemas.microsoft.com/office/drawing/2014/main" id="{72757353-1903-4DAC-9B51-9F3C88A0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3</a:t>
            </a:r>
          </a:p>
        </p:txBody>
      </p:sp>
      <p:sp>
        <p:nvSpPr>
          <p:cNvPr id="13" name="shape-103">
            <a:extLst xmlns:a="http://schemas.openxmlformats.org/drawingml/2006/main">
              <a:ext uri="{FF2B5EF4-FFF2-40B4-BE49-F238E27FC236}">
                <a16:creationId xmlns:a16="http://schemas.microsoft.com/office/drawing/2014/main" id="{06484C54-EF83-4F89-A129-7EC6736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XX秒</a:t>
            </a:r>
          </a:p>
        </p:txBody>
      </p:sp>
      <p:sp>
        <p:nvSpPr>
          <p:cNvPr id="14" name="shape-104">
            <a:extLst xmlns:a="http://schemas.openxmlformats.org/drawingml/2006/main">
              <a:ext uri="{FF2B5EF4-FFF2-40B4-BE49-F238E27FC236}">
                <a16:creationId xmlns:a16="http://schemas.microsoft.com/office/drawing/2014/main" id="{F55C706B-6897-4A2E-94D9-79822302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5" name="shape-105">
            <a:extLst xmlns:a="http://schemas.openxmlformats.org/drawingml/2006/main">
              <a:ext uri="{FF2B5EF4-FFF2-40B4-BE49-F238E27FC236}">
                <a16:creationId xmlns:a16="http://schemas.microsoft.com/office/drawing/2014/main" id="{2DB1F590-0C07-4CF7-87CC-F14E5E7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</p:spTree>
    <p:extLst>
      <p:ext uri="{BB962C8B-B14F-4D97-AF65-F5344CB8AC3E}">
        <p14:creationId xmlns:p14="http://schemas.microsoft.com/office/powerpoint/2010/main" val="868547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06">
            <a:extLst xmlns:a="http://schemas.openxmlformats.org/drawingml/2006/main">
              <a:ext uri="{FF2B5EF4-FFF2-40B4-BE49-F238E27FC236}">
                <a16:creationId xmlns:a16="http://schemas.microsoft.com/office/drawing/2014/main" id="{FB83DCB7-237C-4698-8309-59D9D1D4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条件別の結果</a:t>
            </a:r>
          </a:p>
        </p:txBody>
      </p:sp>
      <p:sp>
        <p:nvSpPr>
          <p:cNvPr id="2" name="shape-107">
            <a:extLst xmlns:a="http://schemas.openxmlformats.org/drawingml/2006/main">
              <a:ext uri="{FF2B5EF4-FFF2-40B4-BE49-F238E27FC236}">
                <a16:creationId xmlns:a16="http://schemas.microsoft.com/office/drawing/2014/main" id="{ED1C2FFE-6858-4FA5-A56D-5029DC05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08">
            <a:extLst xmlns:a="http://schemas.openxmlformats.org/drawingml/2006/main">
              <a:ext uri="{FF2B5EF4-FFF2-40B4-BE49-F238E27FC236}">
                <a16:creationId xmlns:a16="http://schemas.microsoft.com/office/drawing/2014/main" id="{03A0EF90-2C34-4FFA-86E6-851904D0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4" name="shape-109">
            <a:extLst xmlns:a="http://schemas.openxmlformats.org/drawingml/2006/main">
              <a:ext uri="{FF2B5EF4-FFF2-40B4-BE49-F238E27FC236}">
                <a16:creationId xmlns:a16="http://schemas.microsoft.com/office/drawing/2014/main" id="{83182B8D-451E-4017-BE79-865FD99A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サンプル値（実測値ではありません）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14575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d81436a0564a5c"/>
          </a:graphicData>
        </a:graphic>
      </p:graphicFrame>
      <p:sp>
        <p:nvSpPr>
          <p:cNvPr id="6" name="shape-110">
            <a:extLst xmlns:a="http://schemas.openxmlformats.org/drawingml/2006/main">
              <a:ext uri="{FF2B5EF4-FFF2-40B4-BE49-F238E27FC236}">
                <a16:creationId xmlns:a16="http://schemas.microsoft.com/office/drawing/2014/main" id="{FED019A6-E224-40AD-B0C2-1A3E2BC2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14575"/>
            <a:ext cx="312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111">
            <a:extLst xmlns:a="http://schemas.openxmlformats.org/drawingml/2006/main">
              <a:ext uri="{FF2B5EF4-FFF2-40B4-BE49-F238E27FC236}">
                <a16:creationId xmlns:a16="http://schemas.microsoft.com/office/drawing/2014/main" id="{D030E6AE-CB7A-47D2-8476-744160FC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読み取り</a:t>
            </a:r>
          </a:p>
        </p:txBody>
      </p:sp>
      <p:sp>
        <p:nvSpPr>
          <p:cNvPr id="8" name="shape-112">
            <a:extLst xmlns:a="http://schemas.openxmlformats.org/drawingml/2006/main">
              <a:ext uri="{FF2B5EF4-FFF2-40B4-BE49-F238E27FC236}">
                <a16:creationId xmlns:a16="http://schemas.microsoft.com/office/drawing/2014/main" id="{F59CF990-2920-4375-B553-B177B2A4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グラフから分かる</a:t>
            </a:r>
          </a:p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ことを短く記入</a:t>
            </a:r>
          </a:p>
        </p:txBody>
      </p:sp>
      <p:sp>
        <p:nvSpPr>
          <p:cNvPr id="9" name="shape-113">
            <a:extLst xmlns:a="http://schemas.openxmlformats.org/drawingml/2006/main">
              <a:ext uri="{FF2B5EF4-FFF2-40B4-BE49-F238E27FC236}">
                <a16:creationId xmlns:a16="http://schemas.microsoft.com/office/drawing/2014/main" id="{E54C4E5B-D8D7-4E11-A973-BF976031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単位・測定条件・出典を記入</a:t>
            </a:r>
          </a:p>
        </p:txBody>
      </p:sp>
    </p:spTree>
    <p:extLst>
      <p:ext uri="{BB962C8B-B14F-4D97-AF65-F5344CB8AC3E}">
        <p14:creationId xmlns:p14="http://schemas.microsoft.com/office/powerpoint/2010/main" val="17645506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14">
            <a:extLst xmlns:a="http://schemas.openxmlformats.org/drawingml/2006/main">
              <a:ext uri="{FF2B5EF4-FFF2-40B4-BE49-F238E27FC236}">
                <a16:creationId xmlns:a16="http://schemas.microsoft.com/office/drawing/2014/main" id="{E1D6774D-2645-45D1-97A2-AB96E1E5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今後のスケジュール</a:t>
            </a:r>
          </a:p>
        </p:txBody>
      </p:sp>
      <p:sp>
        <p:nvSpPr>
          <p:cNvPr id="2" name="shape-115">
            <a:extLst xmlns:a="http://schemas.openxmlformats.org/drawingml/2006/main">
              <a:ext uri="{FF2B5EF4-FFF2-40B4-BE49-F238E27FC236}">
                <a16:creationId xmlns:a16="http://schemas.microsoft.com/office/drawing/2014/main" id="{F4F4538A-489F-4FA3-88E2-284D926A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16">
            <a:extLst xmlns:a="http://schemas.openxmlformats.org/drawingml/2006/main">
              <a:ext uri="{FF2B5EF4-FFF2-40B4-BE49-F238E27FC236}">
                <a16:creationId xmlns:a16="http://schemas.microsoft.com/office/drawing/2014/main" id="{B29E8C07-7CA8-45E3-9F65-320B8BD6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4" name="shape-117">
            <a:extLst xmlns:a="http://schemas.openxmlformats.org/drawingml/2006/main">
              <a:ext uri="{FF2B5EF4-FFF2-40B4-BE49-F238E27FC236}">
                <a16:creationId xmlns:a16="http://schemas.microsoft.com/office/drawing/2014/main" id="{48C65B9C-C814-451E-BA58-2000C790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5" name="shape-118">
            <a:extLst xmlns:a="http://schemas.openxmlformats.org/drawingml/2006/main">
              <a:ext uri="{FF2B5EF4-FFF2-40B4-BE49-F238E27FC236}">
                <a16:creationId xmlns:a16="http://schemas.microsoft.com/office/drawing/2014/main" id="{F2BEF507-DECA-49F6-935A-7614E3B5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1</a:t>
            </a:r>
          </a:p>
        </p:txBody>
      </p:sp>
      <p:sp>
        <p:nvSpPr>
          <p:cNvPr id="6" name="shape-119">
            <a:extLst xmlns:a="http://schemas.openxmlformats.org/drawingml/2006/main">
              <a:ext uri="{FF2B5EF4-FFF2-40B4-BE49-F238E27FC236}">
                <a16:creationId xmlns:a16="http://schemas.microsoft.com/office/drawing/2014/main" id="{11851AE2-4FF4-43F2-B0C0-9448FD98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7" name="shape-120">
            <a:extLst xmlns:a="http://schemas.openxmlformats.org/drawingml/2006/main">
              <a:ext uri="{FF2B5EF4-FFF2-40B4-BE49-F238E27FC236}">
                <a16:creationId xmlns:a16="http://schemas.microsoft.com/office/drawing/2014/main" id="{4E67E17A-AE9B-4CB1-815A-82852A34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8" name="shape-121">
            <a:extLst xmlns:a="http://schemas.openxmlformats.org/drawingml/2006/main">
              <a:ext uri="{FF2B5EF4-FFF2-40B4-BE49-F238E27FC236}">
                <a16:creationId xmlns:a16="http://schemas.microsoft.com/office/drawing/2014/main" id="{154185A4-489F-45A6-9D28-4F88E757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9" name="shape-122">
            <a:extLst xmlns:a="http://schemas.openxmlformats.org/drawingml/2006/main">
              <a:ext uri="{FF2B5EF4-FFF2-40B4-BE49-F238E27FC236}">
                <a16:creationId xmlns:a16="http://schemas.microsoft.com/office/drawing/2014/main" id="{79A5A542-ED9B-44BB-A3A1-F0897A5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期間 2</a:t>
            </a:r>
          </a:p>
        </p:txBody>
      </p:sp>
      <p:sp>
        <p:nvSpPr>
          <p:cNvPr id="10" name="shape-123">
            <a:extLst xmlns:a="http://schemas.openxmlformats.org/drawingml/2006/main">
              <a:ext uri="{FF2B5EF4-FFF2-40B4-BE49-F238E27FC236}">
                <a16:creationId xmlns:a16="http://schemas.microsoft.com/office/drawing/2014/main" id="{CCEF7B24-6F14-4589-825B-6034FBB3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11" name="shape-124">
            <a:extLst xmlns:a="http://schemas.openxmlformats.org/drawingml/2006/main">
              <a:ext uri="{FF2B5EF4-FFF2-40B4-BE49-F238E27FC236}">
                <a16:creationId xmlns:a16="http://schemas.microsoft.com/office/drawing/2014/main" id="{6E625158-00EE-4126-997C-051DA184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実験</a:t>
            </a:r>
          </a:p>
        </p:txBody>
      </p:sp>
      <p:sp>
        <p:nvSpPr>
          <p:cNvPr id="12" name="shape-125">
            <a:extLst xmlns:a="http://schemas.openxmlformats.org/drawingml/2006/main">
              <a:ext uri="{FF2B5EF4-FFF2-40B4-BE49-F238E27FC236}">
                <a16:creationId xmlns:a16="http://schemas.microsoft.com/office/drawing/2014/main" id="{F7D36F55-1994-40DE-B8BF-5A66E5A4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3" name="shape-126">
            <a:extLst xmlns:a="http://schemas.openxmlformats.org/drawingml/2006/main">
              <a:ext uri="{FF2B5EF4-FFF2-40B4-BE49-F238E27FC236}">
                <a16:creationId xmlns:a16="http://schemas.microsoft.com/office/drawing/2014/main" id="{5EFE81A5-2525-42D6-9BEC-48674DD5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3</a:t>
            </a:r>
          </a:p>
        </p:txBody>
      </p:sp>
      <p:sp>
        <p:nvSpPr>
          <p:cNvPr id="14" name="shape-127">
            <a:extLst xmlns:a="http://schemas.openxmlformats.org/drawingml/2006/main">
              <a:ext uri="{FF2B5EF4-FFF2-40B4-BE49-F238E27FC236}">
                <a16:creationId xmlns:a16="http://schemas.microsoft.com/office/drawing/2014/main" id="{6838830B-9FB5-4F46-A572-6317C5B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5" name="shape-128">
            <a:extLst xmlns:a="http://schemas.openxmlformats.org/drawingml/2006/main">
              <a:ext uri="{FF2B5EF4-FFF2-40B4-BE49-F238E27FC236}">
                <a16:creationId xmlns:a16="http://schemas.microsoft.com/office/drawing/2014/main" id="{43B214D9-F6D7-4477-8127-498E742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分析</a:t>
            </a:r>
          </a:p>
        </p:txBody>
      </p:sp>
      <p:sp>
        <p:nvSpPr>
          <p:cNvPr id="16" name="shape-129">
            <a:extLst xmlns:a="http://schemas.openxmlformats.org/drawingml/2006/main">
              <a:ext uri="{FF2B5EF4-FFF2-40B4-BE49-F238E27FC236}">
                <a16:creationId xmlns:a16="http://schemas.microsoft.com/office/drawing/2014/main" id="{C0B96862-77E1-4BF4-B86F-A942EC38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7" name="shape-130">
            <a:extLst xmlns:a="http://schemas.openxmlformats.org/drawingml/2006/main">
              <a:ext uri="{FF2B5EF4-FFF2-40B4-BE49-F238E27FC236}">
                <a16:creationId xmlns:a16="http://schemas.microsoft.com/office/drawing/2014/main" id="{0C000B61-7B1E-491F-A54B-A3EB1354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4</a:t>
            </a:r>
          </a:p>
        </p:txBody>
      </p:sp>
      <p:sp>
        <p:nvSpPr>
          <p:cNvPr id="18" name="shape-131">
            <a:extLst xmlns:a="http://schemas.openxmlformats.org/drawingml/2006/main">
              <a:ext uri="{FF2B5EF4-FFF2-40B4-BE49-F238E27FC236}">
                <a16:creationId xmlns:a16="http://schemas.microsoft.com/office/drawing/2014/main" id="{451FB5B7-5AC0-4EC3-9738-5BBEB730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9" name="shape-132">
            <a:extLst xmlns:a="http://schemas.openxmlformats.org/drawingml/2006/main">
              <a:ext uri="{FF2B5EF4-FFF2-40B4-BE49-F238E27FC236}">
                <a16:creationId xmlns:a16="http://schemas.microsoft.com/office/drawing/2014/main" id="{2FD1F04E-B276-4204-96C2-82477B9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報告</a:t>
            </a:r>
          </a:p>
        </p:txBody>
      </p:sp>
      <p:sp>
        <p:nvSpPr>
          <p:cNvPr id="20" name="shape-133">
            <a:extLst xmlns:a="http://schemas.openxmlformats.org/drawingml/2006/main">
              <a:ext uri="{FF2B5EF4-FFF2-40B4-BE49-F238E27FC236}">
                <a16:creationId xmlns:a16="http://schemas.microsoft.com/office/drawing/2014/main" id="{A1F757A0-EA34-4B15-992B-321F193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3592147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4">
            <a:extLst xmlns:a="http://schemas.openxmlformats.org/drawingml/2006/main">
              <a:ext uri="{FF2B5EF4-FFF2-40B4-BE49-F238E27FC236}">
                <a16:creationId xmlns:a16="http://schemas.microsoft.com/office/drawing/2014/main" id="{80D7C784-C23A-4B0D-87A8-FB1AAAA9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まとめ・相談事項</a:t>
            </a:r>
          </a:p>
        </p:txBody>
      </p:sp>
      <p:sp>
        <p:nvSpPr>
          <p:cNvPr id="2" name="shape-135">
            <a:extLst xmlns:a="http://schemas.openxmlformats.org/drawingml/2006/main">
              <a:ext uri="{FF2B5EF4-FFF2-40B4-BE49-F238E27FC236}">
                <a16:creationId xmlns:a16="http://schemas.microsoft.com/office/drawing/2014/main" id="{261FE4DD-F30A-4786-A698-F116C1A1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36">
            <a:extLst xmlns:a="http://schemas.openxmlformats.org/drawingml/2006/main">
              <a:ext uri="{FF2B5EF4-FFF2-40B4-BE49-F238E27FC236}">
                <a16:creationId xmlns:a16="http://schemas.microsoft.com/office/drawing/2014/main" id="{E54E6D56-57BB-4BD4-B48F-F500881D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4" name="shape-137">
            <a:extLst xmlns:a="http://schemas.openxmlformats.org/drawingml/2006/main">
              <a:ext uri="{FF2B5EF4-FFF2-40B4-BE49-F238E27FC236}">
                <a16:creationId xmlns:a16="http://schemas.microsoft.com/office/drawing/2014/main" id="{B91EB301-6503-4605-A3A0-44031C18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38">
            <a:extLst xmlns:a="http://schemas.openxmlformats.org/drawingml/2006/main">
              <a:ext uri="{FF2B5EF4-FFF2-40B4-BE49-F238E27FC236}">
                <a16:creationId xmlns:a16="http://schemas.microsoft.com/office/drawing/2014/main" id="{50FE96F5-1B67-4058-9DBF-BDB2941E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1013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今日伝えたい結論を1文で</a:t>
            </a:r>
          </a:p>
        </p:txBody>
      </p:sp>
      <p:sp>
        <p:nvSpPr>
          <p:cNvPr id="6" name="shape-139">
            <a:extLst xmlns:a="http://schemas.openxmlformats.org/drawingml/2006/main">
              <a:ext uri="{FF2B5EF4-FFF2-40B4-BE49-F238E27FC236}">
                <a16:creationId xmlns:a16="http://schemas.microsoft.com/office/drawing/2014/main" id="{22A2F3C9-4A29-48CE-B376-C80C5E3F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1</a:t>
            </a:r>
          </a:p>
        </p:txBody>
      </p:sp>
      <p:sp>
        <p:nvSpPr>
          <p:cNvPr id="7" name="shape-140">
            <a:extLst xmlns:a="http://schemas.openxmlformats.org/drawingml/2006/main">
              <a:ext uri="{FF2B5EF4-FFF2-40B4-BE49-F238E27FC236}">
                <a16:creationId xmlns:a16="http://schemas.microsoft.com/office/drawing/2014/main" id="{FBD5AE44-ED76-458B-ABE0-CBB1CD57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確認したいことを短く記入</a:t>
            </a:r>
          </a:p>
        </p:txBody>
      </p:sp>
      <p:sp>
        <p:nvSpPr>
          <p:cNvPr id="8" name="shape-141">
            <a:extLst xmlns:a="http://schemas.openxmlformats.org/drawingml/2006/main">
              <a:ext uri="{FF2B5EF4-FFF2-40B4-BE49-F238E27FC236}">
                <a16:creationId xmlns:a16="http://schemas.microsoft.com/office/drawing/2014/main" id="{0F49994F-2418-42AC-B14E-D7C72215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2</a:t>
            </a:r>
          </a:p>
        </p:txBody>
      </p:sp>
      <p:sp>
        <p:nvSpPr>
          <p:cNvPr id="9" name="shape-142">
            <a:extLst xmlns:a="http://schemas.openxmlformats.org/drawingml/2006/main">
              <a:ext uri="{FF2B5EF4-FFF2-40B4-BE49-F238E27FC236}">
                <a16:creationId xmlns:a16="http://schemas.microsoft.com/office/drawing/2014/main" id="{3E92F250-161A-45E7-AF3C-ADBD040A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510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助言が欲しい点を短く記入</a:t>
            </a:r>
          </a:p>
        </p:txBody>
      </p:sp>
    </p:spTree>
    <p:extLst>
      <p:ext uri="{BB962C8B-B14F-4D97-AF65-F5344CB8AC3E}">
        <p14:creationId xmlns:p14="http://schemas.microsoft.com/office/powerpoint/2010/main" val="369495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-143">
            <a:extLst xmlns:a="http://schemas.openxmlformats.org/drawingml/2006/main">
              <a:ext uri="{FF2B5EF4-FFF2-40B4-BE49-F238E27FC236}">
                <a16:creationId xmlns:a16="http://schemas.microsoft.com/office/drawing/2014/main" id="{8CB458D4-98CE-48A4-AD5F-0935C66A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テンプレートの使い方</a:t>
            </a:r>
          </a:p>
        </p:txBody>
      </p:sp>
      <p:sp>
        <p:nvSpPr>
          <p:cNvPr id="2" name="shape-144">
            <a:extLst xmlns:a="http://schemas.openxmlformats.org/drawingml/2006/main">
              <a:ext uri="{FF2B5EF4-FFF2-40B4-BE49-F238E27FC236}">
                <a16:creationId xmlns:a16="http://schemas.microsoft.com/office/drawing/2014/main" id="{0D79FDA6-A82E-4643-90CC-6724ED54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45">
            <a:extLst xmlns:a="http://schemas.openxmlformats.org/drawingml/2006/main">
              <a:ext uri="{FF2B5EF4-FFF2-40B4-BE49-F238E27FC236}">
                <a16:creationId xmlns:a16="http://schemas.microsoft.com/office/drawing/2014/main" id="{654074C4-4395-4A1D-AD3D-33BCEC59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4" name="shape-146">
            <a:extLst xmlns:a="http://schemas.openxmlformats.org/drawingml/2006/main">
              <a:ext uri="{FF2B5EF4-FFF2-40B4-BE49-F238E27FC236}">
                <a16:creationId xmlns:a16="http://schemas.microsoft.com/office/drawing/2014/main" id="{8F5D788D-71FA-4EE5-818C-C6A814C3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配色</a:t>
            </a:r>
          </a:p>
        </p:txBody>
      </p:sp>
      <p:sp>
        <p:nvSpPr>
          <p:cNvPr id="5" name="shape-147">
            <a:extLst xmlns:a="http://schemas.openxmlformats.org/drawingml/2006/main">
              <a:ext uri="{FF2B5EF4-FFF2-40B4-BE49-F238E27FC236}">
                <a16:creationId xmlns:a16="http://schemas.microsoft.com/office/drawing/2014/main" id="{9B6C511E-FF9C-4C62-A9EB-EB5338F6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6" name="shape-148">
            <a:extLst xmlns:a="http://schemas.openxmlformats.org/drawingml/2006/main">
              <a:ext uri="{FF2B5EF4-FFF2-40B4-BE49-F238E27FC236}">
                <a16:creationId xmlns:a16="http://schemas.microsoft.com/office/drawing/2014/main" id="{19EC094C-B7B6-40B4-8A9D-A5B9FCF5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白</a:t>
            </a:r>
          </a:p>
        </p:txBody>
      </p:sp>
      <p:sp>
        <p:nvSpPr>
          <p:cNvPr id="7" name="shape-149">
            <a:extLst xmlns:a="http://schemas.openxmlformats.org/drawingml/2006/main">
              <a:ext uri="{FF2B5EF4-FFF2-40B4-BE49-F238E27FC236}">
                <a16:creationId xmlns:a16="http://schemas.microsoft.com/office/drawing/2014/main" id="{251EEECF-9CD0-42C3-ADBC-954310CF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B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8" name="shape-150">
            <a:extLst xmlns:a="http://schemas.openxmlformats.org/drawingml/2006/main">
              <a:ext uri="{FF2B5EF4-FFF2-40B4-BE49-F238E27FC236}">
                <a16:creationId xmlns:a16="http://schemas.microsoft.com/office/drawing/2014/main" id="{6C1C760B-849A-4DDC-BA58-08C3664D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本文</a:t>
            </a:r>
          </a:p>
        </p:txBody>
      </p:sp>
      <p:sp>
        <p:nvSpPr>
          <p:cNvPr id="9" name="shape-151">
            <a:extLst xmlns:a="http://schemas.openxmlformats.org/drawingml/2006/main">
              <a:ext uri="{FF2B5EF4-FFF2-40B4-BE49-F238E27FC236}">
                <a16:creationId xmlns:a16="http://schemas.microsoft.com/office/drawing/2014/main" id="{4193E188-D644-4A04-A7A6-5A7C377C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480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0" name="shape-152">
            <a:extLst xmlns:a="http://schemas.openxmlformats.org/drawingml/2006/main">
              <a:ext uri="{FF2B5EF4-FFF2-40B4-BE49-F238E27FC236}">
                <a16:creationId xmlns:a16="http://schemas.microsoft.com/office/drawing/2014/main" id="{1EB7EA97-CDDF-482A-ACBC-A8CA00A7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11" name="shape-153">
            <a:extLst xmlns:a="http://schemas.openxmlformats.org/drawingml/2006/main">
              <a:ext uri="{FF2B5EF4-FFF2-40B4-BE49-F238E27FC236}">
                <a16:creationId xmlns:a16="http://schemas.microsoft.com/office/drawing/2014/main" id="{70C4C789-13FC-4DE1-A0C5-988F0E8C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2" name="shape-154">
            <a:extLst xmlns:a="http://schemas.openxmlformats.org/drawingml/2006/main">
              <a:ext uri="{FF2B5EF4-FFF2-40B4-BE49-F238E27FC236}">
                <a16:creationId xmlns:a16="http://schemas.microsoft.com/office/drawing/2014/main" id="{D60AEF0C-8E3F-46A4-AEFB-C838D5C5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紫</a:t>
            </a:r>
          </a:p>
        </p:txBody>
      </p:sp>
      <p:sp>
        <p:nvSpPr>
          <p:cNvPr id="13" name="shape-155">
            <a:extLst xmlns:a="http://schemas.openxmlformats.org/drawingml/2006/main">
              <a:ext uri="{FF2B5EF4-FFF2-40B4-BE49-F238E27FC236}">
                <a16:creationId xmlns:a16="http://schemas.microsoft.com/office/drawing/2014/main" id="{5B6729CF-D8A0-4A2A-A176-55AB981D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4" name="shape-156">
            <a:extLst xmlns:a="http://schemas.openxmlformats.org/drawingml/2006/main">
              <a:ext uri="{FF2B5EF4-FFF2-40B4-BE49-F238E27FC236}">
                <a16:creationId xmlns:a16="http://schemas.microsoft.com/office/drawing/2014/main" id="{065ABCF3-FE20-4E94-917F-DA4F9E58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淡紫</a:t>
            </a:r>
          </a:p>
        </p:txBody>
      </p:sp>
      <p:sp>
        <p:nvSpPr>
          <p:cNvPr id="15" name="shape-157">
            <a:extLst xmlns:a="http://schemas.openxmlformats.org/drawingml/2006/main">
              <a:ext uri="{FF2B5EF4-FFF2-40B4-BE49-F238E27FC236}">
                <a16:creationId xmlns:a16="http://schemas.microsoft.com/office/drawing/2014/main" id="{F5ED2B90-625E-433C-919B-6EE47CE1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余白と文字</a:t>
            </a:r>
          </a:p>
        </p:txBody>
      </p:sp>
      <p:sp>
        <p:nvSpPr>
          <p:cNvPr id="16" name="shape-158">
            <a:extLst xmlns:a="http://schemas.openxmlformats.org/drawingml/2006/main">
              <a:ext uri="{FF2B5EF4-FFF2-40B4-BE49-F238E27FC236}">
                <a16:creationId xmlns:a16="http://schemas.microsoft.com/office/drawing/2014/main" id="{26F9ACA5-E376-442C-8975-075EEA4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左右の余白 72 px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見出し 28.5 pt / 本文 18–21 pt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フォント Meiryo / 比率 16:9</a:t>
            </a:r>
          </a:p>
        </p:txBody>
      </p:sp>
      <p:sp>
        <p:nvSpPr>
          <p:cNvPr id="17" name="shape-159">
            <a:extLst xmlns:a="http://schemas.openxmlformats.org/drawingml/2006/main">
              <a:ext uri="{FF2B5EF4-FFF2-40B4-BE49-F238E27FC236}">
                <a16:creationId xmlns:a16="http://schemas.microsoft.com/office/drawing/2014/main" id="{78F51E4F-A02E-4BD2-989F-51EA1C39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8" name="shape-160">
            <a:extLst xmlns:a="http://schemas.openxmlformats.org/drawingml/2006/main">
              <a:ext uri="{FF2B5EF4-FFF2-40B4-BE49-F238E27FC236}">
                <a16:creationId xmlns:a16="http://schemas.microsoft.com/office/drawing/2014/main" id="{4063E3A5-9B42-46F6-A4B6-35B2C5E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必要なページを複製して、見本文字を差し替え</a:t>
            </a:r>
          </a:p>
        </p:txBody>
      </p:sp>
      <p:sp>
        <p:nvSpPr>
          <p:cNvPr id="19" name="shape-161">
            <a:extLst xmlns:a="http://schemas.openxmlformats.org/drawingml/2006/main">
              <a:ext uri="{FF2B5EF4-FFF2-40B4-BE49-F238E27FC236}">
                <a16:creationId xmlns:a16="http://schemas.microsoft.com/office/drawing/2014/main" id="{077C405A-E93C-476E-8D98-813FFE74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1枚に1メッセージ。説明は短く、図解は大きく。</a:t>
            </a:r>
          </a:p>
        </p:txBody>
      </p:sp>
    </p:spTree>
    <p:extLst>
      <p:ext uri="{BB962C8B-B14F-4D97-AF65-F5344CB8AC3E}">
        <p14:creationId xmlns:p14="http://schemas.microsoft.com/office/powerpoint/2010/main" val="651974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2026-10-05T13:09:27.2740000Z</dcterms:created>
  <dcterms:modified xsi:type="dcterms:W3CDTF">2026-10-05T13:09:27.2740000Z</dcterms:modified>
</coreProperties>
</file>