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a5a043ae604772" /><Relationship Type="http://schemas.openxmlformats.org/officeDocument/2006/relationships/extended-properties" Target="/docProps/app.xml" Id="R917a1db107684010" /><Relationship Type="http://schemas.openxmlformats.org/officeDocument/2006/relationships/officeDocument" Target="/ppt/presentation.xml" Id="Rbbcaa33e242e4a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5d9cc6bd9646eb"/>
  </p:sldMasterIdLst>
  <p:notesMasterIdLst>
    <p:notesMasterId xmlns:r="http://schemas.openxmlformats.org/officeDocument/2006/relationships" r:id="R8e84d64ac6884534"/>
  </p:notesMasterIdLst>
  <p:sldIdLst>
    <p:sldId xmlns:r="http://schemas.openxmlformats.org/officeDocument/2006/relationships" id="256" r:id="R41a33a8628804295"/>
    <p:sldId xmlns:r="http://schemas.openxmlformats.org/officeDocument/2006/relationships" id="257" r:id="R1f08ff6eef4b4362"/>
    <p:sldId xmlns:r="http://schemas.openxmlformats.org/officeDocument/2006/relationships" id="258" r:id="R84ac519cee824316"/>
    <p:sldId xmlns:r="http://schemas.openxmlformats.org/officeDocument/2006/relationships" id="259" r:id="R432e8f3f86894d0b"/>
    <p:sldId xmlns:r="http://schemas.openxmlformats.org/officeDocument/2006/relationships" id="260" r:id="Rd8bb0ea2424e456e"/>
    <p:sldId xmlns:r="http://schemas.openxmlformats.org/officeDocument/2006/relationships" id="261" r:id="R12db98fe15654115"/>
    <p:sldId xmlns:r="http://schemas.openxmlformats.org/officeDocument/2006/relationships" id="262" r:id="Re63460243a4044cc"/>
    <p:sldId xmlns:r="http://schemas.openxmlformats.org/officeDocument/2006/relationships" id="263" r:id="Reef510eb6ff6490c"/>
    <p:sldId xmlns:r="http://schemas.openxmlformats.org/officeDocument/2006/relationships" id="264" r:id="R681957835c3b45f6"/>
    <p:sldId xmlns:r="http://schemas.openxmlformats.org/officeDocument/2006/relationships" id="265" r:id="R3e6ba5015ab54946"/>
    <p:sldId xmlns:r="http://schemas.openxmlformats.org/officeDocument/2006/relationships" id="266" r:id="R52736066404f455c"/>
    <p:sldId xmlns:r="http://schemas.openxmlformats.org/officeDocument/2006/relationships" id="267" r:id="Rf5ad2af4e3bc4f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fba1084c444088" /><Relationship Type="http://schemas.openxmlformats.org/officeDocument/2006/relationships/slideMaster" Target="/ppt/slideMasters/slideMaster1.xml" Id="R485d9cc6bd9646eb" /><Relationship Type="http://schemas.openxmlformats.org/officeDocument/2006/relationships/notesMaster" Target="/ppt/notesMasters/notesMaster1.xml" Id="R8e84d64ac6884534" /><Relationship Type="http://schemas.openxmlformats.org/officeDocument/2006/relationships/presProps" Target="/ppt/presProps.xml" Id="R147844e4494e46cb" /><Relationship Type="http://schemas.openxmlformats.org/officeDocument/2006/relationships/tableStyles" Target="/ppt/tableStyles.xml" Id="R8d8ade4647d44820" /><Relationship Type="http://schemas.openxmlformats.org/officeDocument/2006/relationships/slide" Target="/ppt/slides/slide1.xml" Id="R41a33a8628804295" /><Relationship Type="http://schemas.openxmlformats.org/officeDocument/2006/relationships/slide" Target="/ppt/slides/slide2.xml" Id="R1f08ff6eef4b4362" /><Relationship Type="http://schemas.openxmlformats.org/officeDocument/2006/relationships/slide" Target="/ppt/slides/slide3.xml" Id="R84ac519cee824316" /><Relationship Type="http://schemas.openxmlformats.org/officeDocument/2006/relationships/slide" Target="/ppt/slides/slide4.xml" Id="R432e8f3f86894d0b" /><Relationship Type="http://schemas.openxmlformats.org/officeDocument/2006/relationships/slide" Target="/ppt/slides/slide5.xml" Id="Rd8bb0ea2424e456e" /><Relationship Type="http://schemas.openxmlformats.org/officeDocument/2006/relationships/slide" Target="/ppt/slides/slide6.xml" Id="R12db98fe15654115" /><Relationship Type="http://schemas.openxmlformats.org/officeDocument/2006/relationships/slide" Target="/ppt/slides/slide7.xml" Id="Re63460243a4044cc" /><Relationship Type="http://schemas.openxmlformats.org/officeDocument/2006/relationships/slide" Target="/ppt/slides/slide8.xml" Id="Reef510eb6ff6490c" /><Relationship Type="http://schemas.openxmlformats.org/officeDocument/2006/relationships/slide" Target="/ppt/slides/slide9.xml" Id="R681957835c3b45f6" /><Relationship Type="http://schemas.openxmlformats.org/officeDocument/2006/relationships/slide" Target="/ppt/slides/slide10.xml" Id="R3e6ba5015ab54946" /><Relationship Type="http://schemas.openxmlformats.org/officeDocument/2006/relationships/slide" Target="/ppt/slides/slide11.xml" Id="R52736066404f455c" /><Relationship Type="http://schemas.openxmlformats.org/officeDocument/2006/relationships/slide" Target="/ppt/slides/slide12.xml" Id="Rf5ad2af4e3bc4f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e70cce2be24f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98c3a0ffd7409f" /><Relationship Type="http://schemas.openxmlformats.org/officeDocument/2006/relationships/notesMaster" Target="/ppt/notesMasters/notesMaster1.xml" Id="R84132f1ecf6b48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a4a924444140bf" /><Relationship Type="http://schemas.openxmlformats.org/officeDocument/2006/relationships/notesMaster" Target="/ppt/notesMasters/notesMaster1.xml" Id="Rc962fcf7bdd548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a24dd6274444e7" /><Relationship Type="http://schemas.openxmlformats.org/officeDocument/2006/relationships/notesMaster" Target="/ppt/notesMasters/notesMaster1.xml" Id="Rcbb9bd2d443b42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4b57e6911744ad" /><Relationship Type="http://schemas.openxmlformats.org/officeDocument/2006/relationships/notesMaster" Target="/ppt/notesMasters/notesMaster1.xml" Id="Ra0424e8894ae4b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210bbb6c784c52" /><Relationship Type="http://schemas.openxmlformats.org/officeDocument/2006/relationships/notesMaster" Target="/ppt/notesMasters/notesMaster1.xml" Id="Re3a3d11df1f74b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1416dd3ff54fd4" /><Relationship Type="http://schemas.openxmlformats.org/officeDocument/2006/relationships/notesMaster" Target="/ppt/notesMasters/notesMaster1.xml" Id="R09100e0d54aa4f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9068038b3d44c7" /><Relationship Type="http://schemas.openxmlformats.org/officeDocument/2006/relationships/notesMaster" Target="/ppt/notesMasters/notesMaster1.xml" Id="R191e3c0d72664f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60c87b21064f55" /><Relationship Type="http://schemas.openxmlformats.org/officeDocument/2006/relationships/notesMaster" Target="/ppt/notesMasters/notesMaster1.xml" Id="R7f3ef80c28ab4b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bf8e2157a44fb7" /><Relationship Type="http://schemas.openxmlformats.org/officeDocument/2006/relationships/notesMaster" Target="/ppt/notesMasters/notesMaster1.xml" Id="Rf283d1a5688645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c785824ee3454d" /><Relationship Type="http://schemas.openxmlformats.org/officeDocument/2006/relationships/notesMaster" Target="/ppt/notesMasters/notesMaster1.xml" Id="R37c7d2180cdf48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e3b40e182c42f8" /><Relationship Type="http://schemas.openxmlformats.org/officeDocument/2006/relationships/notesMaster" Target="/ppt/notesMasters/notesMaster1.xml" Id="R7aad61bd8bf444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d80746e04c46c2" /><Relationship Type="http://schemas.openxmlformats.org/officeDocument/2006/relationships/notesMaster" Target="/ppt/notesMasters/notesMaster1.xml" Id="R9187bfb2abcc44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レイアウト：表紙。タイトルは2～3行、副題は1行。氏名・所属・日付を更新してください。添付の研究テーマを見本として使用しています。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レイアウト：章扉。話題が切り替わる位置に配置します。章番号、章タイトル、章で扱う内容を差し替えます。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レイアウト：1メッセージ。中央の結論は2行まで。根拠は左右に短く分けて配置します。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レイアウト：3枚のカード。各見出しは短く、説明は2行以内にします。カードの幅と余白を揃えてください。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レイアウト：4段階のプロセス。研究の実験工程にも使用できます。ノードとコネクタは編集可能です。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レイアウト：左右の比較。変異前後、正規化前後などに使えます。同じ観点を同じ高さに揃えます。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レイアウト：構成図。左は入力、中央は処理、右は出力。実際の接続条件や境界に合わせて見出し・線を変更してください。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レイアウト：KPI。XXは数値用プレースホルダーです。実測値、単位、対象期間を更新してください。結果を捏造せず、未測定なら未測定と記載します。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レイアウト：編集可能な棒グラフ。表示値60・40・70は書式確認用の架空データです。実験結果ではありません。PowerPointの「データの編集」からカテゴリ・値を変更します。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レイアウト：ロードマップ。月・期間と作業内容を差し替えます。紫は現在または重点期間です。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レイアウト：まとめ。結論は1文、相談事項は2点程度。最後に次の行動や質問を具体的に示します。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ガイドは発表前に削除してください。必要なスライドを複製し、見本文字を置換します。タイトルや本文を短くし、図解を大きく保ちます。研究テーマの30枚分の本文を作成した資料ではなく、汎用レイアウト集で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c0820bccdf4d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d1677d72214d23" /><Relationship Type="http://schemas.openxmlformats.org/officeDocument/2006/relationships/slideLayout" Target="/ppt/slideLayouts/slideLayout1.xml" Id="R6883d9bdf2794d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83d9bdf2794d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8571e5e564897" /><Relationship Type="http://schemas.openxmlformats.org/officeDocument/2006/relationships/notesSlide" Target="/ppt/notesSlides/notesSlide1.xml" Id="Rc47212671eb74a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e903d3b204624" /><Relationship Type="http://schemas.openxmlformats.org/officeDocument/2006/relationships/notesSlide" Target="/ppt/notesSlides/notesSlide2.xml" Id="R7e791961f1ea45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42cea9aff4957" /><Relationship Type="http://schemas.openxmlformats.org/officeDocument/2006/relationships/notesSlide" Target="/ppt/notesSlides/notesSlide3.xml" Id="Rfca3ab04bbd445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7081c06e44841" /><Relationship Type="http://schemas.openxmlformats.org/officeDocument/2006/relationships/notesSlide" Target="/ppt/notesSlides/notesSlide4.xml" Id="R49e3c8482f8f4d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0e3003b2b48b7" /><Relationship Type="http://schemas.openxmlformats.org/officeDocument/2006/relationships/notesSlide" Target="/ppt/notesSlides/notesSlide5.xml" Id="R16f4cb9df16c40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c3b2bb4904e7b" /><Relationship Type="http://schemas.openxmlformats.org/officeDocument/2006/relationships/notesSlide" Target="/ppt/notesSlides/notesSlide6.xml" Id="R98204ad34b7740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f0c5575154488" /><Relationship Type="http://schemas.openxmlformats.org/officeDocument/2006/relationships/notesSlide" Target="/ppt/notesSlides/notesSlide7.xml" Id="R109dad43e9524f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35129b547476c" /><Relationship Type="http://schemas.openxmlformats.org/officeDocument/2006/relationships/notesSlide" Target="/ppt/notesSlides/notesSlide8.xml" Id="R035f3d97f23e45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9cc05193b4857" /><Relationship Type="http://schemas.openxmlformats.org/officeDocument/2006/relationships/chart" Target="/ppt/slides/charts/chart1.xml" Id="Rb89e3fac3ffc4337" /><Relationship Type="http://schemas.openxmlformats.org/officeDocument/2006/relationships/notesSlide" Target="/ppt/notesSlides/notesSlide9.xml" Id="R1d95fe7d8bd441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04fb82abb40ff" /><Relationship Type="http://schemas.openxmlformats.org/officeDocument/2006/relationships/notesSlide" Target="/ppt/notesSlides/notesSlide10.xml" Id="R2f01e79e51684e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4cb8454944842" /><Relationship Type="http://schemas.openxmlformats.org/officeDocument/2006/relationships/notesSlide" Target="/ppt/notesSlides/notesSlide11.xml" Id="R790917a79fa746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097b39cd24e6b" /><Relationship Type="http://schemas.openxmlformats.org/officeDocument/2006/relationships/notesSlide" Target="/ppt/notesSlides/notesSlide12.xml" Id="Rcf84452b2fa8465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サンプル値</c:v>
          </c:tx>
          <c:spPr>
            <a:solidFill xmlns:a="http://schemas.openxmlformats.org/drawingml/2006/main">
              <a:srgbClr val="7352B9"/>
            </a:solidFill>
          </c:spPr>
          <c:cat>
            <c:strRef>
              <c:f>'Chart Data'!$A$2:$A$4</c:f>
              <c:strCache>
                <c:ptCount val="3"/>
                <c:pt idx="0">
                  <c:v>条件 A</c:v>
                </c:pt>
                <c:pt idx="1">
                  <c:v>条件 B</c:v>
                </c:pt>
                <c:pt idx="2">
                  <c:v>条件 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60</c:v>
                </c:pt>
                <c:pt idx="1">
                  <c:v>40</c:v>
                </c:pt>
                <c:pt idx="2">
                  <c:v>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5232B"/>
                  </a:solidFill>
                  <a:latin typeface="Meiryo"/>
                  <a:ea typeface="Meiryo"/>
                  <a:cs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hape-1">
            <a:extLst xmlns:a="http://schemas.openxmlformats.org/drawingml/2006/main">
              <a:ext uri="{FF2B5EF4-FFF2-40B4-BE49-F238E27FC236}">
                <a16:creationId xmlns:a16="http://schemas.microsoft.com/office/drawing/2014/main" id="{8EB09A45-911F-4EF1-AEE7-A3B4C734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2" name="shape-2">
            <a:extLst xmlns:a="http://schemas.openxmlformats.org/drawingml/2006/main">
              <a:ext uri="{FF2B5EF4-FFF2-40B4-BE49-F238E27FC236}">
                <a16:creationId xmlns:a16="http://schemas.microsoft.com/office/drawing/2014/main" id="{EE334DEF-3B57-4E05-8D8A-F54EE2FA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3">
            <a:extLst xmlns:a="http://schemas.openxmlformats.org/drawingml/2006/main">
              <a:ext uri="{FF2B5EF4-FFF2-40B4-BE49-F238E27FC236}">
                <a16:creationId xmlns:a16="http://schemas.microsoft.com/office/drawing/2014/main" id="{6440BD60-A70F-44EB-AF1F-79A38DB1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40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難読化されたWebAssembly</a:t>
            </a:r>
          </a:p>
          <a:p xmlns:a="http://schemas.openxmlformats.org/drawingml/2006/main">
            <a:pPr algn="l">
              <a:defRPr sz="40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40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クリプトジャッキングの</a:t>
            </a:r>
          </a:p>
          <a:p xmlns:a="http://schemas.openxmlformats.org/drawingml/2006/main">
            <a:pPr algn="l">
              <a:defRPr sz="40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40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検知耐性評価</a:t>
            </a:r>
          </a:p>
        </p:txBody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87B0C99D-4008-469A-BE80-FD2A560F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wasm-mutateによるバイナリ多様化とコード正規化</a:t>
            </a:r>
          </a:p>
        </p:txBody>
      </p:sp>
      <p:sp>
        <p:nvSpPr>
          <p:cNvPr id="5" name="shape-5">
            <a:extLst xmlns:a="http://schemas.openxmlformats.org/drawingml/2006/main">
              <a:ext uri="{FF2B5EF4-FFF2-40B4-BE49-F238E27FC236}">
                <a16:creationId xmlns:a16="http://schemas.microsoft.com/office/drawing/2014/main" id="{08551BBB-30F5-442E-BF99-C13BAF77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6" name="shape-6">
            <a:extLst xmlns:a="http://schemas.openxmlformats.org/drawingml/2006/main">
              <a:ext uri="{FF2B5EF4-FFF2-40B4-BE49-F238E27FC236}">
                <a16:creationId xmlns:a16="http://schemas.microsoft.com/office/drawing/2014/main" id="{1F46DADD-AC94-4313-81B0-989B04C4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氏名 / 所属</a:t>
            </a:r>
          </a:p>
        </p:txBody>
      </p:sp>
      <p:sp>
        <p:nvSpPr>
          <p:cNvPr id="7" name="shape-7">
            <a:extLst xmlns:a="http://schemas.openxmlformats.org/drawingml/2006/main">
              <a:ext uri="{FF2B5EF4-FFF2-40B4-BE49-F238E27FC236}">
                <a16:creationId xmlns:a16="http://schemas.microsoft.com/office/drawing/2014/main" id="{7EB2CDDD-7644-4739-9D85-F0DAF807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724525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YYYY.MM.DD</a:t>
            </a:r>
          </a:p>
        </p:txBody>
      </p:sp>
    </p:spTree>
    <p:extLst>
      <p:ext uri="{BB962C8B-B14F-4D97-AF65-F5344CB8AC3E}">
        <p14:creationId xmlns:p14="http://schemas.microsoft.com/office/powerpoint/2010/main" val="11909917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-8">
            <a:extLst xmlns:a="http://schemas.openxmlformats.org/drawingml/2006/main">
              <a:ext uri="{FF2B5EF4-FFF2-40B4-BE49-F238E27FC236}">
                <a16:creationId xmlns:a16="http://schemas.microsoft.com/office/drawing/2014/main" id="{A015FBBA-2FAF-4A82-A454-920795D3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2" name="shape-9">
            <a:extLst xmlns:a="http://schemas.openxmlformats.org/drawingml/2006/main">
              <a:ext uri="{FF2B5EF4-FFF2-40B4-BE49-F238E27FC236}">
                <a16:creationId xmlns:a16="http://schemas.microsoft.com/office/drawing/2014/main" id="{BF1DEE10-D8A0-4F4C-BE6E-B827AEB8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66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3" name="shape-10">
            <a:extLst xmlns:a="http://schemas.openxmlformats.org/drawingml/2006/main">
              <a:ext uri="{FF2B5EF4-FFF2-40B4-BE49-F238E27FC236}">
                <a16:creationId xmlns:a16="http://schemas.microsoft.com/office/drawing/2014/main" id="{E156993D-F065-4B59-8823-ADF6403F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43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章タイトル</a:t>
            </a:r>
          </a:p>
        </p:txBody>
      </p:sp>
      <p:sp>
        <p:nvSpPr>
          <p:cNvPr id="4" name="shape-11">
            <a:extLst xmlns:a="http://schemas.openxmlformats.org/drawingml/2006/main">
              <a:ext uri="{FF2B5EF4-FFF2-40B4-BE49-F238E27FC236}">
                <a16:creationId xmlns:a16="http://schemas.microsoft.com/office/drawing/2014/main" id="{ED391439-98AF-44CF-B77E-6B3A9C76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この章で伝えることを、ひと言で</a:t>
            </a:r>
          </a:p>
        </p:txBody>
      </p:sp>
      <p:sp>
        <p:nvSpPr>
          <p:cNvPr id="5" name="shape-12">
            <a:extLst xmlns:a="http://schemas.openxmlformats.org/drawingml/2006/main">
              <a:ext uri="{FF2B5EF4-FFF2-40B4-BE49-F238E27FC236}">
                <a16:creationId xmlns:a16="http://schemas.microsoft.com/office/drawing/2014/main" id="{93C988F6-8BC7-4C6B-B685-4EA274A6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915475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hape-13">
            <a:extLst xmlns:a="http://schemas.openxmlformats.org/drawingml/2006/main">
              <a:ext uri="{FF2B5EF4-FFF2-40B4-BE49-F238E27FC236}">
                <a16:creationId xmlns:a16="http://schemas.microsoft.com/office/drawing/2014/main" id="{3040764C-ED9E-48F3-9443-E772889E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結論をひと言で</a:t>
            </a:r>
          </a:p>
        </p:txBody>
      </p:sp>
      <p:sp>
        <p:nvSpPr>
          <p:cNvPr id="2" name="shape-14">
            <a:extLst xmlns:a="http://schemas.openxmlformats.org/drawingml/2006/main">
              <a:ext uri="{FF2B5EF4-FFF2-40B4-BE49-F238E27FC236}">
                <a16:creationId xmlns:a16="http://schemas.microsoft.com/office/drawing/2014/main" id="{6B5D5339-7A53-4501-A80A-0889D54F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15">
            <a:extLst xmlns:a="http://schemas.openxmlformats.org/drawingml/2006/main">
              <a:ext uri="{FF2B5EF4-FFF2-40B4-BE49-F238E27FC236}">
                <a16:creationId xmlns:a16="http://schemas.microsoft.com/office/drawing/2014/main" id="{924EA26C-F772-406A-AD2B-FDE85CD9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4" name="shape-16">
            <a:extLst xmlns:a="http://schemas.openxmlformats.org/drawingml/2006/main">
              <a:ext uri="{FF2B5EF4-FFF2-40B4-BE49-F238E27FC236}">
                <a16:creationId xmlns:a16="http://schemas.microsoft.com/office/drawing/2014/main" id="{C9348119-DD39-4C91-8B31-91F7BACA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8204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5" name="shape-17">
            <a:extLst xmlns:a="http://schemas.openxmlformats.org/drawingml/2006/main">
              <a:ext uri="{FF2B5EF4-FFF2-40B4-BE49-F238E27FC236}">
                <a16:creationId xmlns:a16="http://schemas.microsoft.com/office/drawing/2014/main" id="{998F00D8-6A45-45DE-9D8D-5C299C19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10058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最も伝えたいメッセージを</a:t>
            </a:r>
          </a:p>
          <a:p xmlns:a="http://schemas.openxmlformats.org/drawingml/2006/main">
            <a:pPr algn="l">
              <a:defRPr sz="33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ここに記入</a:t>
            </a:r>
          </a:p>
        </p:txBody>
      </p:sp>
      <p:sp>
        <p:nvSpPr>
          <p:cNvPr id="6" name="shape-18">
            <a:extLst xmlns:a="http://schemas.openxmlformats.org/drawingml/2006/main">
              <a:ext uri="{FF2B5EF4-FFF2-40B4-BE49-F238E27FC236}">
                <a16:creationId xmlns:a16="http://schemas.microsoft.com/office/drawing/2014/main" id="{C2E7099C-B5ED-45EF-ABFA-C38DA9E5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根拠 01</a:t>
            </a:r>
          </a:p>
        </p:txBody>
      </p:sp>
      <p:sp>
        <p:nvSpPr>
          <p:cNvPr id="7" name="shape-19">
            <a:extLst xmlns:a="http://schemas.openxmlformats.org/drawingml/2006/main">
              <a:ext uri="{FF2B5EF4-FFF2-40B4-BE49-F238E27FC236}">
                <a16:creationId xmlns:a16="http://schemas.microsoft.com/office/drawing/2014/main" id="{2E7681A7-5D86-4753-ADD4-22C6977B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結論を支える事実を短く</a:t>
            </a:r>
          </a:p>
        </p:txBody>
      </p:sp>
      <p:sp>
        <p:nvSpPr>
          <p:cNvPr id="8" name="shape-20">
            <a:extLst xmlns:a="http://schemas.openxmlformats.org/drawingml/2006/main">
              <a:ext uri="{FF2B5EF4-FFF2-40B4-BE49-F238E27FC236}">
                <a16:creationId xmlns:a16="http://schemas.microsoft.com/office/drawing/2014/main" id="{2B952E7A-3F9F-4A76-8AF8-5FD9F040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81525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根拠 02</a:t>
            </a:r>
          </a:p>
        </p:txBody>
      </p:sp>
      <p:sp>
        <p:nvSpPr>
          <p:cNvPr id="9" name="shape-21">
            <a:extLst xmlns:a="http://schemas.openxmlformats.org/drawingml/2006/main">
              <a:ext uri="{FF2B5EF4-FFF2-40B4-BE49-F238E27FC236}">
                <a16:creationId xmlns:a16="http://schemas.microsoft.com/office/drawing/2014/main" id="{558AEB14-91B1-419D-B277-67EDA4E7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48250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比較・観察結果をひと言で</a:t>
            </a:r>
          </a:p>
        </p:txBody>
      </p:sp>
    </p:spTree>
    <p:extLst>
      <p:ext uri="{BB962C8B-B14F-4D97-AF65-F5344CB8AC3E}">
        <p14:creationId xmlns:p14="http://schemas.microsoft.com/office/powerpoint/2010/main" val="17638360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hape-22">
            <a:extLst xmlns:a="http://schemas.openxmlformats.org/drawingml/2006/main">
              <a:ext uri="{FF2B5EF4-FFF2-40B4-BE49-F238E27FC236}">
                <a16:creationId xmlns:a16="http://schemas.microsoft.com/office/drawing/2014/main" id="{73DE8A15-C2D7-4621-B854-2151E944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重要なポイント</a:t>
            </a:r>
          </a:p>
        </p:txBody>
      </p:sp>
      <p:sp>
        <p:nvSpPr>
          <p:cNvPr id="2" name="shape-23">
            <a:extLst xmlns:a="http://schemas.openxmlformats.org/drawingml/2006/main">
              <a:ext uri="{FF2B5EF4-FFF2-40B4-BE49-F238E27FC236}">
                <a16:creationId xmlns:a16="http://schemas.microsoft.com/office/drawing/2014/main" id="{A9FEA5A8-48D6-469F-9D76-11B3C7E2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24">
            <a:extLst xmlns:a="http://schemas.openxmlformats.org/drawingml/2006/main">
              <a:ext uri="{FF2B5EF4-FFF2-40B4-BE49-F238E27FC236}">
                <a16:creationId xmlns:a16="http://schemas.microsoft.com/office/drawing/2014/main" id="{0E2055BB-E4E0-4ADD-83F5-5913E6B8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4" name="shape-25">
            <a:extLst xmlns:a="http://schemas.openxmlformats.org/drawingml/2006/main">
              <a:ext uri="{FF2B5EF4-FFF2-40B4-BE49-F238E27FC236}">
                <a16:creationId xmlns:a16="http://schemas.microsoft.com/office/drawing/2014/main" id="{DAD12620-AEDB-45A8-9A59-FC1753C4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4290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5" name="shape-26">
            <a:extLst xmlns:a="http://schemas.openxmlformats.org/drawingml/2006/main">
              <a:ext uri="{FF2B5EF4-FFF2-40B4-BE49-F238E27FC236}">
                <a16:creationId xmlns:a16="http://schemas.microsoft.com/office/drawing/2014/main" id="{25C4C4D5-50F6-4762-A349-57638B9B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0275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6" name="shape-27">
            <a:extLst xmlns:a="http://schemas.openxmlformats.org/drawingml/2006/main">
              <a:ext uri="{FF2B5EF4-FFF2-40B4-BE49-F238E27FC236}">
                <a16:creationId xmlns:a16="http://schemas.microsoft.com/office/drawing/2014/main" id="{658FF552-B73B-4743-9A65-8BD7A962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52725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ポイント 1</a:t>
            </a:r>
          </a:p>
        </p:txBody>
      </p:sp>
      <p:sp>
        <p:nvSpPr>
          <p:cNvPr id="7" name="shape-28">
            <a:extLst xmlns:a="http://schemas.openxmlformats.org/drawingml/2006/main">
              <a:ext uri="{FF2B5EF4-FFF2-40B4-BE49-F238E27FC236}">
                <a16:creationId xmlns:a16="http://schemas.microsoft.com/office/drawing/2014/main" id="{BD0EEEB0-A020-4EC5-A183-F4BD0DB4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8956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短い説明を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  <p:sp>
        <p:nvSpPr>
          <p:cNvPr id="8" name="shape-29">
            <a:extLst xmlns:a="http://schemas.openxmlformats.org/drawingml/2006/main">
              <a:ext uri="{FF2B5EF4-FFF2-40B4-BE49-F238E27FC236}">
                <a16:creationId xmlns:a16="http://schemas.microsoft.com/office/drawing/2014/main" id="{0459C8AD-4539-42F9-90D7-6BDA0D11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62150"/>
            <a:ext cx="34290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9" name="shape-30">
            <a:extLst xmlns:a="http://schemas.openxmlformats.org/drawingml/2006/main">
              <a:ext uri="{FF2B5EF4-FFF2-40B4-BE49-F238E27FC236}">
                <a16:creationId xmlns:a16="http://schemas.microsoft.com/office/drawing/2014/main" id="{F5F0D010-5E56-4518-A3E7-5452FC91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00275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shape-31">
            <a:extLst xmlns:a="http://schemas.openxmlformats.org/drawingml/2006/main">
              <a:ext uri="{FF2B5EF4-FFF2-40B4-BE49-F238E27FC236}">
                <a16:creationId xmlns:a16="http://schemas.microsoft.com/office/drawing/2014/main" id="{E8BBB699-AAB1-4C0E-983D-ABDAF410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52725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ポイント 2</a:t>
            </a:r>
          </a:p>
        </p:txBody>
      </p:sp>
      <p:sp>
        <p:nvSpPr>
          <p:cNvPr id="11" name="shape-32">
            <a:extLst xmlns:a="http://schemas.openxmlformats.org/drawingml/2006/main">
              <a:ext uri="{FF2B5EF4-FFF2-40B4-BE49-F238E27FC236}">
                <a16:creationId xmlns:a16="http://schemas.microsoft.com/office/drawing/2014/main" id="{C002DF23-6043-476A-B165-F45AD3AA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24250"/>
            <a:ext cx="28956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短い説明を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  <p:sp>
        <p:nvSpPr>
          <p:cNvPr id="12" name="shape-33">
            <a:extLst xmlns:a="http://schemas.openxmlformats.org/drawingml/2006/main">
              <a:ext uri="{FF2B5EF4-FFF2-40B4-BE49-F238E27FC236}">
                <a16:creationId xmlns:a16="http://schemas.microsoft.com/office/drawing/2014/main" id="{D0AAF5BB-8D8D-4F94-8028-E0FB9C18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62150"/>
            <a:ext cx="34290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13" name="shape-34">
            <a:extLst xmlns:a="http://schemas.openxmlformats.org/drawingml/2006/main">
              <a:ext uri="{FF2B5EF4-FFF2-40B4-BE49-F238E27FC236}">
                <a16:creationId xmlns:a16="http://schemas.microsoft.com/office/drawing/2014/main" id="{E634FA3D-4F85-424E-A0C3-7D70A12C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0275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shape-35">
            <a:extLst xmlns:a="http://schemas.openxmlformats.org/drawingml/2006/main">
              <a:ext uri="{FF2B5EF4-FFF2-40B4-BE49-F238E27FC236}">
                <a16:creationId xmlns:a16="http://schemas.microsoft.com/office/drawing/2014/main" id="{202E52CA-C5E6-4F36-9AB5-B3111381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52725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ポイント 3</a:t>
            </a:r>
          </a:p>
        </p:txBody>
      </p:sp>
      <p:sp>
        <p:nvSpPr>
          <p:cNvPr id="15" name="shape-36">
            <a:extLst xmlns:a="http://schemas.openxmlformats.org/drawingml/2006/main">
              <a:ext uri="{FF2B5EF4-FFF2-40B4-BE49-F238E27FC236}">
                <a16:creationId xmlns:a16="http://schemas.microsoft.com/office/drawing/2014/main" id="{4B0F38AC-8E73-42E1-BEC2-BFF07ABD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24250"/>
            <a:ext cx="28956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短い説明を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</p:spTree>
    <p:extLst>
      <p:ext uri="{BB962C8B-B14F-4D97-AF65-F5344CB8AC3E}">
        <p14:creationId xmlns:p14="http://schemas.microsoft.com/office/powerpoint/2010/main" val="14547664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hape-37">
            <a:extLst xmlns:a="http://schemas.openxmlformats.org/drawingml/2006/main">
              <a:ext uri="{FF2B5EF4-FFF2-40B4-BE49-F238E27FC236}">
                <a16:creationId xmlns:a16="http://schemas.microsoft.com/office/drawing/2014/main" id="{2DEA8B85-DE52-4A4C-9AEE-4A6D1AAE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実施の流れ</a:t>
            </a:r>
          </a:p>
        </p:txBody>
      </p:sp>
      <p:sp>
        <p:nvSpPr>
          <p:cNvPr id="2" name="shape-38">
            <a:extLst xmlns:a="http://schemas.openxmlformats.org/drawingml/2006/main">
              <a:ext uri="{FF2B5EF4-FFF2-40B4-BE49-F238E27FC236}">
                <a16:creationId xmlns:a16="http://schemas.microsoft.com/office/drawing/2014/main" id="{8EECA040-1981-4DEF-9EA7-127F35A5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39">
            <a:extLst xmlns:a="http://schemas.openxmlformats.org/drawingml/2006/main">
              <a:ext uri="{FF2B5EF4-FFF2-40B4-BE49-F238E27FC236}">
                <a16:creationId xmlns:a16="http://schemas.microsoft.com/office/drawing/2014/main" id="{ADBE80C3-559A-4712-9AD9-F8336749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4" name="shape-40">
            <a:extLst xmlns:a="http://schemas.openxmlformats.org/drawingml/2006/main">
              <a:ext uri="{FF2B5EF4-FFF2-40B4-BE49-F238E27FC236}">
                <a16:creationId xmlns:a16="http://schemas.microsoft.com/office/drawing/2014/main" id="{3A000D38-A80D-48EC-8651-0A7076C6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5" name="shape-41">
            <a:extLst xmlns:a="http://schemas.openxmlformats.org/drawingml/2006/main">
              <a:ext uri="{FF2B5EF4-FFF2-40B4-BE49-F238E27FC236}">
                <a16:creationId xmlns:a16="http://schemas.microsoft.com/office/drawing/2014/main" id="{D5242B47-965C-42A6-8694-CDF7DA0B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533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6" name="shape-42">
            <a:extLst xmlns:a="http://schemas.openxmlformats.org/drawingml/2006/main">
              <a:ext uri="{FF2B5EF4-FFF2-40B4-BE49-F238E27FC236}">
                <a16:creationId xmlns:a16="http://schemas.microsoft.com/office/drawing/2014/main" id="{2E5E4DC5-2FC2-4FD6-9C0C-5366D356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準備</a:t>
            </a:r>
          </a:p>
        </p:txBody>
      </p:sp>
      <p:sp>
        <p:nvSpPr>
          <p:cNvPr id="7" name="shape-43">
            <a:extLst xmlns:a="http://schemas.openxmlformats.org/drawingml/2006/main">
              <a:ext uri="{FF2B5EF4-FFF2-40B4-BE49-F238E27FC236}">
                <a16:creationId xmlns:a16="http://schemas.microsoft.com/office/drawing/2014/main" id="{17918B32-428F-4350-8EB7-60656260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2533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対象・条件を定義</a:t>
            </a:r>
          </a:p>
        </p:txBody>
      </p:sp>
      <p:sp>
        <p:nvSpPr>
          <p:cNvPr id="8" name="shape-44">
            <a:extLst xmlns:a="http://schemas.openxmlformats.org/drawingml/2006/main">
              <a:ext uri="{FF2B5EF4-FFF2-40B4-BE49-F238E27FC236}">
                <a16:creationId xmlns:a16="http://schemas.microsoft.com/office/drawing/2014/main" id="{1B85172D-D0F2-4444-9489-01741BE7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478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9" name="shape-45">
            <a:extLst xmlns:a="http://schemas.openxmlformats.org/drawingml/2006/main">
              <a:ext uri="{FF2B5EF4-FFF2-40B4-BE49-F238E27FC236}">
                <a16:creationId xmlns:a16="http://schemas.microsoft.com/office/drawing/2014/main" id="{2DEC1955-C316-43E4-A829-A354C7DD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86050"/>
            <a:ext cx="2533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10" name="shape-46">
            <a:extLst xmlns:a="http://schemas.openxmlformats.org/drawingml/2006/main">
              <a:ext uri="{FF2B5EF4-FFF2-40B4-BE49-F238E27FC236}">
                <a16:creationId xmlns:a16="http://schemas.microsoft.com/office/drawing/2014/main" id="{2C98A949-F542-4250-9BEF-655E1ACD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実施</a:t>
            </a:r>
          </a:p>
        </p:txBody>
      </p:sp>
      <p:sp>
        <p:nvSpPr>
          <p:cNvPr id="11" name="shape-47">
            <a:extLst xmlns:a="http://schemas.openxmlformats.org/drawingml/2006/main">
              <a:ext uri="{FF2B5EF4-FFF2-40B4-BE49-F238E27FC236}">
                <a16:creationId xmlns:a16="http://schemas.microsoft.com/office/drawing/2014/main" id="{7BC24831-7554-4A28-A5B9-EFAA0A5A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00525"/>
            <a:ext cx="2533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手順に沿って実行</a:t>
            </a:r>
          </a:p>
        </p:txBody>
      </p:sp>
      <p:sp>
        <p:nvSpPr>
          <p:cNvPr id="12" name="shape-48">
            <a:extLst xmlns:a="http://schemas.openxmlformats.org/drawingml/2006/main">
              <a:ext uri="{FF2B5EF4-FFF2-40B4-BE49-F238E27FC236}">
                <a16:creationId xmlns:a16="http://schemas.microsoft.com/office/drawing/2014/main" id="{E1DB8AA5-775F-4C47-BBFA-24E30B01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478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3" name="shape-49">
            <a:extLst xmlns:a="http://schemas.openxmlformats.org/drawingml/2006/main">
              <a:ext uri="{FF2B5EF4-FFF2-40B4-BE49-F238E27FC236}">
                <a16:creationId xmlns:a16="http://schemas.microsoft.com/office/drawing/2014/main" id="{82BF9095-195D-489F-AAD0-0C9FCD84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2533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14" name="shape-50">
            <a:extLst xmlns:a="http://schemas.openxmlformats.org/drawingml/2006/main">
              <a:ext uri="{FF2B5EF4-FFF2-40B4-BE49-F238E27FC236}">
                <a16:creationId xmlns:a16="http://schemas.microsoft.com/office/drawing/2014/main" id="{4AF1688B-CD67-4F56-9594-3750C186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比較</a:t>
            </a:r>
          </a:p>
        </p:txBody>
      </p:sp>
      <p:sp>
        <p:nvSpPr>
          <p:cNvPr id="15" name="shape-51">
            <a:extLst xmlns:a="http://schemas.openxmlformats.org/drawingml/2006/main">
              <a:ext uri="{FF2B5EF4-FFF2-40B4-BE49-F238E27FC236}">
                <a16:creationId xmlns:a16="http://schemas.microsoft.com/office/drawing/2014/main" id="{185CA693-B5B5-49F0-99F0-74E1D5D6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00525"/>
            <a:ext cx="2533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結果を並べて確認</a:t>
            </a:r>
          </a:p>
        </p:txBody>
      </p:sp>
      <p:sp>
        <p:nvSpPr>
          <p:cNvPr id="16" name="shape-52">
            <a:extLst xmlns:a="http://schemas.openxmlformats.org/drawingml/2006/main">
              <a:ext uri="{FF2B5EF4-FFF2-40B4-BE49-F238E27FC236}">
                <a16:creationId xmlns:a16="http://schemas.microsoft.com/office/drawing/2014/main" id="{4DB90CC3-26A0-4A8B-9A82-18DAA7FE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478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7" name="shape-53">
            <a:extLst xmlns:a="http://schemas.openxmlformats.org/drawingml/2006/main">
              <a:ext uri="{FF2B5EF4-FFF2-40B4-BE49-F238E27FC236}">
                <a16:creationId xmlns:a16="http://schemas.microsoft.com/office/drawing/2014/main" id="{CA2865D9-1EF5-4227-A3D3-99C115F3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86050"/>
            <a:ext cx="2533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18" name="shape-54">
            <a:extLst xmlns:a="http://schemas.openxmlformats.org/drawingml/2006/main">
              <a:ext uri="{FF2B5EF4-FFF2-40B4-BE49-F238E27FC236}">
                <a16:creationId xmlns:a16="http://schemas.microsoft.com/office/drawing/2014/main" id="{09FA34E1-2E17-4550-BD0C-71AB0955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956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評価</a:t>
            </a:r>
          </a:p>
        </p:txBody>
      </p:sp>
      <p:sp>
        <p:nvSpPr>
          <p:cNvPr id="19" name="shape-55">
            <a:extLst xmlns:a="http://schemas.openxmlformats.org/drawingml/2006/main">
              <a:ext uri="{FF2B5EF4-FFF2-40B4-BE49-F238E27FC236}">
                <a16:creationId xmlns:a16="http://schemas.microsoft.com/office/drawing/2014/main" id="{2FBFECD1-BA1F-45A8-8C9E-45C4C235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00525"/>
            <a:ext cx="2533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結論と課題を整理</a:t>
            </a:r>
          </a:p>
        </p:txBody>
      </p:sp>
      <p:cxnSp>
        <p:nvCxnSpPr>
          <p:cNvPr id="42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19450" y="32385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A2DF"/>
            </a:solidFill>
            <a:headEnd type="arrow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981700" y="32385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A2DF"/>
            </a:solidFill>
            <a:headEnd type="arrow" w="sm" len="sm"/>
          </a:ln>
        </p:spPr>
      </p:cxnSp>
      <p:cxnSp>
        <p:nvCxnSpPr>
          <p:cNvPr id="44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743950" y="32385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A2DF"/>
            </a:solidFill>
            <a:headEnd type="arrow" w="sm" len="sm"/>
          </a:ln>
        </p:spPr>
      </p:cxnSp>
    </p:spTree>
    <p:extLst>
      <p:ext uri="{BB962C8B-B14F-4D97-AF65-F5344CB8AC3E}">
        <p14:creationId xmlns:p14="http://schemas.microsoft.com/office/powerpoint/2010/main" val="3651090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hape-56">
            <a:extLst xmlns:a="http://schemas.openxmlformats.org/drawingml/2006/main">
              <a:ext uri="{FF2B5EF4-FFF2-40B4-BE49-F238E27FC236}">
                <a16:creationId xmlns:a16="http://schemas.microsoft.com/office/drawing/2014/main" id="{36BE8838-B6B2-423D-A245-2CD5BEC1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2つの条件を比較</a:t>
            </a:r>
          </a:p>
        </p:txBody>
      </p:sp>
      <p:sp>
        <p:nvSpPr>
          <p:cNvPr id="2" name="shape-57">
            <a:extLst xmlns:a="http://schemas.openxmlformats.org/drawingml/2006/main">
              <a:ext uri="{FF2B5EF4-FFF2-40B4-BE49-F238E27FC236}">
                <a16:creationId xmlns:a16="http://schemas.microsoft.com/office/drawing/2014/main" id="{D5442CDD-BD97-45C8-968F-AA29F55C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58">
            <a:extLst xmlns:a="http://schemas.openxmlformats.org/drawingml/2006/main">
              <a:ext uri="{FF2B5EF4-FFF2-40B4-BE49-F238E27FC236}">
                <a16:creationId xmlns:a16="http://schemas.microsoft.com/office/drawing/2014/main" id="{59122929-DCD5-47AA-8E02-163E4ECB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4" name="shape-59">
            <a:extLst xmlns:a="http://schemas.openxmlformats.org/drawingml/2006/main">
              <a:ext uri="{FF2B5EF4-FFF2-40B4-BE49-F238E27FC236}">
                <a16:creationId xmlns:a16="http://schemas.microsoft.com/office/drawing/2014/main" id="{3102D42F-F17F-4252-A6C5-11F3C633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1435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5" name="shape-60">
            <a:extLst xmlns:a="http://schemas.openxmlformats.org/drawingml/2006/main">
              <a:ext uri="{FF2B5EF4-FFF2-40B4-BE49-F238E27FC236}">
                <a16:creationId xmlns:a16="http://schemas.microsoft.com/office/drawing/2014/main" id="{E8C5AAF8-524E-4CE7-8A7C-B9C0F02C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54102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6" name="shape-61">
            <a:extLst xmlns:a="http://schemas.openxmlformats.org/drawingml/2006/main">
              <a:ext uri="{FF2B5EF4-FFF2-40B4-BE49-F238E27FC236}">
                <a16:creationId xmlns:a16="http://schemas.microsoft.com/office/drawing/2014/main" id="{6070F751-8C98-4345-AE35-99FB0A14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比較条件 A</a:t>
            </a:r>
          </a:p>
        </p:txBody>
      </p:sp>
      <p:sp>
        <p:nvSpPr>
          <p:cNvPr id="7" name="shape-62">
            <a:extLst xmlns:a="http://schemas.openxmlformats.org/drawingml/2006/main">
              <a:ext uri="{FF2B5EF4-FFF2-40B4-BE49-F238E27FC236}">
                <a16:creationId xmlns:a16="http://schemas.microsoft.com/office/drawing/2014/main" id="{161003F7-8A2D-4313-80EF-CF473C67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483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比較条件 B</a:t>
            </a:r>
          </a:p>
        </p:txBody>
      </p:sp>
      <p:sp>
        <p:nvSpPr>
          <p:cNvPr id="8" name="shape-63">
            <a:extLst xmlns:a="http://schemas.openxmlformats.org/drawingml/2006/main">
              <a:ext uri="{FF2B5EF4-FFF2-40B4-BE49-F238E27FC236}">
                <a16:creationId xmlns:a16="http://schemas.microsoft.com/office/drawing/2014/main" id="{420AFF3B-B448-4D62-8D62-C99C0CB6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特徴</a:t>
            </a:r>
          </a:p>
        </p:txBody>
      </p:sp>
      <p:sp>
        <p:nvSpPr>
          <p:cNvPr id="9" name="shape-64">
            <a:extLst xmlns:a="http://schemas.openxmlformats.org/drawingml/2006/main">
              <a:ext uri="{FF2B5EF4-FFF2-40B4-BE49-F238E27FC236}">
                <a16:creationId xmlns:a16="http://schemas.microsoft.com/office/drawing/2014/main" id="{AC9BC58D-73F4-490D-A8E9-29761F74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2895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特徴をひと言で</a:t>
            </a:r>
          </a:p>
        </p:txBody>
      </p:sp>
      <p:sp>
        <p:nvSpPr>
          <p:cNvPr id="10" name="shape-65">
            <a:extLst xmlns:a="http://schemas.openxmlformats.org/drawingml/2006/main">
              <a:ext uri="{FF2B5EF4-FFF2-40B4-BE49-F238E27FC236}">
                <a16:creationId xmlns:a16="http://schemas.microsoft.com/office/drawing/2014/main" id="{5DB4BB0F-E807-4F08-8E80-A2207604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特徴</a:t>
            </a:r>
          </a:p>
        </p:txBody>
      </p:sp>
      <p:sp>
        <p:nvSpPr>
          <p:cNvPr id="11" name="shape-66">
            <a:extLst xmlns:a="http://schemas.openxmlformats.org/drawingml/2006/main">
              <a:ext uri="{FF2B5EF4-FFF2-40B4-BE49-F238E27FC236}">
                <a16:creationId xmlns:a16="http://schemas.microsoft.com/office/drawing/2014/main" id="{3C1A794D-D723-42E9-9006-D58C2CD7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28950"/>
            <a:ext cx="3648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特徴をひと言で</a:t>
            </a:r>
          </a:p>
        </p:txBody>
      </p:sp>
      <p:sp>
        <p:nvSpPr>
          <p:cNvPr id="12" name="shape-67">
            <a:extLst xmlns:a="http://schemas.openxmlformats.org/drawingml/2006/main">
              <a:ext uri="{FF2B5EF4-FFF2-40B4-BE49-F238E27FC236}">
                <a16:creationId xmlns:a16="http://schemas.microsoft.com/office/drawing/2014/main" id="{8BE75D21-601F-42FE-B2D3-AFDF499D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利点</a:t>
            </a:r>
          </a:p>
        </p:txBody>
      </p:sp>
      <p:sp>
        <p:nvSpPr>
          <p:cNvPr id="13" name="shape-68">
            <a:extLst xmlns:a="http://schemas.openxmlformats.org/drawingml/2006/main">
              <a:ext uri="{FF2B5EF4-FFF2-40B4-BE49-F238E27FC236}">
                <a16:creationId xmlns:a16="http://schemas.microsoft.com/office/drawing/2014/main" id="{E27F3A68-F865-4249-B1D7-4AAAF65A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7190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利点をひと言で</a:t>
            </a:r>
          </a:p>
        </p:txBody>
      </p:sp>
      <p:sp>
        <p:nvSpPr>
          <p:cNvPr id="14" name="shape-69">
            <a:extLst xmlns:a="http://schemas.openxmlformats.org/drawingml/2006/main">
              <a:ext uri="{FF2B5EF4-FFF2-40B4-BE49-F238E27FC236}">
                <a16:creationId xmlns:a16="http://schemas.microsoft.com/office/drawing/2014/main" id="{C7983C18-9089-40EB-8F19-743414D6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7190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利点</a:t>
            </a:r>
          </a:p>
        </p:txBody>
      </p:sp>
      <p:sp>
        <p:nvSpPr>
          <p:cNvPr id="15" name="shape-70">
            <a:extLst xmlns:a="http://schemas.openxmlformats.org/drawingml/2006/main">
              <a:ext uri="{FF2B5EF4-FFF2-40B4-BE49-F238E27FC236}">
                <a16:creationId xmlns:a16="http://schemas.microsoft.com/office/drawing/2014/main" id="{F7FC9BD9-91AC-44BD-AF79-D2B114F7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71900"/>
            <a:ext cx="3648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利点をひと言で</a:t>
            </a:r>
          </a:p>
        </p:txBody>
      </p:sp>
      <p:sp>
        <p:nvSpPr>
          <p:cNvPr id="16" name="shape-71">
            <a:extLst xmlns:a="http://schemas.openxmlformats.org/drawingml/2006/main">
              <a:ext uri="{FF2B5EF4-FFF2-40B4-BE49-F238E27FC236}">
                <a16:creationId xmlns:a16="http://schemas.microsoft.com/office/drawing/2014/main" id="{9AD4F6E8-28E1-419C-96BF-1D504293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課題</a:t>
            </a:r>
          </a:p>
        </p:txBody>
      </p:sp>
      <p:sp>
        <p:nvSpPr>
          <p:cNvPr id="17" name="shape-72">
            <a:extLst xmlns:a="http://schemas.openxmlformats.org/drawingml/2006/main">
              <a:ext uri="{FF2B5EF4-FFF2-40B4-BE49-F238E27FC236}">
                <a16:creationId xmlns:a16="http://schemas.microsoft.com/office/drawing/2014/main" id="{D5B4931A-7B32-4B33-BFD5-5A99BF72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課題をひと言で</a:t>
            </a:r>
          </a:p>
        </p:txBody>
      </p:sp>
      <p:sp>
        <p:nvSpPr>
          <p:cNvPr id="18" name="shape-73">
            <a:extLst xmlns:a="http://schemas.openxmlformats.org/drawingml/2006/main">
              <a:ext uri="{FF2B5EF4-FFF2-40B4-BE49-F238E27FC236}">
                <a16:creationId xmlns:a16="http://schemas.microsoft.com/office/drawing/2014/main" id="{87BD9B52-AA17-4478-9C97-31C95ADE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148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課題</a:t>
            </a:r>
          </a:p>
        </p:txBody>
      </p:sp>
      <p:sp>
        <p:nvSpPr>
          <p:cNvPr id="19" name="shape-74">
            <a:extLst xmlns:a="http://schemas.openxmlformats.org/drawingml/2006/main">
              <a:ext uri="{FF2B5EF4-FFF2-40B4-BE49-F238E27FC236}">
                <a16:creationId xmlns:a16="http://schemas.microsoft.com/office/drawing/2014/main" id="{0D1A3B59-2A68-4F9A-B1FB-A6DF8073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14850"/>
            <a:ext cx="3648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課題をひと言で</a:t>
            </a:r>
          </a:p>
        </p:txBody>
      </p:sp>
      <p:sp>
        <p:nvSpPr>
          <p:cNvPr id="20" name="shape-75">
            <a:extLst xmlns:a="http://schemas.openxmlformats.org/drawingml/2006/main">
              <a:ext uri="{FF2B5EF4-FFF2-40B4-BE49-F238E27FC236}">
                <a16:creationId xmlns:a16="http://schemas.microsoft.com/office/drawing/2014/main" id="{AFDB46CD-EAE3-42CA-9C83-470F3488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比較から分かったことを1文で</a:t>
            </a:r>
          </a:p>
        </p:txBody>
      </p:sp>
    </p:spTree>
    <p:extLst>
      <p:ext uri="{BB962C8B-B14F-4D97-AF65-F5344CB8AC3E}">
        <p14:creationId xmlns:p14="http://schemas.microsoft.com/office/powerpoint/2010/main" val="16805558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hape-76">
            <a:extLst xmlns:a="http://schemas.openxmlformats.org/drawingml/2006/main">
              <a:ext uri="{FF2B5EF4-FFF2-40B4-BE49-F238E27FC236}">
                <a16:creationId xmlns:a16="http://schemas.microsoft.com/office/drawing/2014/main" id="{7F9DAB29-1D38-4E21-876F-73C2E12C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全体構成</a:t>
            </a:r>
          </a:p>
        </p:txBody>
      </p:sp>
      <p:sp>
        <p:nvSpPr>
          <p:cNvPr id="2" name="shape-77">
            <a:extLst xmlns:a="http://schemas.openxmlformats.org/drawingml/2006/main">
              <a:ext uri="{FF2B5EF4-FFF2-40B4-BE49-F238E27FC236}">
                <a16:creationId xmlns:a16="http://schemas.microsoft.com/office/drawing/2014/main" id="{EDAB1B72-1B15-4DA2-B508-EBCA72C9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78">
            <a:extLst xmlns:a="http://schemas.openxmlformats.org/drawingml/2006/main">
              <a:ext uri="{FF2B5EF4-FFF2-40B4-BE49-F238E27FC236}">
                <a16:creationId xmlns:a16="http://schemas.microsoft.com/office/drawing/2014/main" id="{1171BCC8-BFD4-4C72-A1FC-95D552FE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7</a:t>
            </a:r>
          </a:p>
        </p:txBody>
      </p:sp>
      <p:sp>
        <p:nvSpPr>
          <p:cNvPr id="4" name="shape-79">
            <a:extLst xmlns:a="http://schemas.openxmlformats.org/drawingml/2006/main">
              <a:ext uri="{FF2B5EF4-FFF2-40B4-BE49-F238E27FC236}">
                <a16:creationId xmlns:a16="http://schemas.microsoft.com/office/drawing/2014/main" id="{8E779464-B795-4F63-BE58-4F6D598C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66900"/>
            <a:ext cx="4533900" cy="3629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5" name="shape-80">
            <a:extLst xmlns:a="http://schemas.openxmlformats.org/drawingml/2006/main">
              <a:ext uri="{FF2B5EF4-FFF2-40B4-BE49-F238E27FC236}">
                <a16:creationId xmlns:a16="http://schemas.microsoft.com/office/drawing/2014/main" id="{DB6ED03C-1766-4B53-8E61-72B206E4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19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処理環境</a:t>
            </a:r>
          </a:p>
        </p:txBody>
      </p:sp>
      <p:sp>
        <p:nvSpPr>
          <p:cNvPr id="6" name="shape-81">
            <a:extLst xmlns:a="http://schemas.openxmlformats.org/drawingml/2006/main">
              <a:ext uri="{FF2B5EF4-FFF2-40B4-BE49-F238E27FC236}">
                <a16:creationId xmlns:a16="http://schemas.microsoft.com/office/drawing/2014/main" id="{E01F25A8-FE95-454F-930B-10B538FF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533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7" name="shape-82">
            <a:extLst xmlns:a="http://schemas.openxmlformats.org/drawingml/2006/main">
              <a:ext uri="{FF2B5EF4-FFF2-40B4-BE49-F238E27FC236}">
                <a16:creationId xmlns:a16="http://schemas.microsoft.com/office/drawing/2014/main" id="{AEB84418-A2F8-4154-904C-BCE6D885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入力</a:t>
            </a:r>
          </a:p>
        </p:txBody>
      </p:sp>
      <p:sp>
        <p:nvSpPr>
          <p:cNvPr id="8" name="shape-83">
            <a:extLst xmlns:a="http://schemas.openxmlformats.org/drawingml/2006/main">
              <a:ext uri="{FF2B5EF4-FFF2-40B4-BE49-F238E27FC236}">
                <a16:creationId xmlns:a16="http://schemas.microsoft.com/office/drawing/2014/main" id="{0AB40710-6FF4-40AC-A0B3-B3C4D6D0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33700"/>
            <a:ext cx="3581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9" name="shape-84">
            <a:extLst xmlns:a="http://schemas.openxmlformats.org/drawingml/2006/main">
              <a:ext uri="{FF2B5EF4-FFF2-40B4-BE49-F238E27FC236}">
                <a16:creationId xmlns:a16="http://schemas.microsoft.com/office/drawing/2014/main" id="{CE948C44-2D94-4E9B-B71E-5DADD690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051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処理 1</a:t>
            </a:r>
          </a:p>
        </p:txBody>
      </p:sp>
      <p:sp>
        <p:nvSpPr>
          <p:cNvPr id="10" name="shape-85">
            <a:extLst xmlns:a="http://schemas.openxmlformats.org/drawingml/2006/main">
              <a:ext uri="{FF2B5EF4-FFF2-40B4-BE49-F238E27FC236}">
                <a16:creationId xmlns:a16="http://schemas.microsoft.com/office/drawing/2014/main" id="{A1C50761-8DD2-469C-8328-F6B07B1AD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67200"/>
            <a:ext cx="3581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11" name="shape-86">
            <a:extLst xmlns:a="http://schemas.openxmlformats.org/drawingml/2006/main">
              <a:ext uri="{FF2B5EF4-FFF2-40B4-BE49-F238E27FC236}">
                <a16:creationId xmlns:a16="http://schemas.microsoft.com/office/drawing/2014/main" id="{A4858C2F-C3E9-4273-A70B-3E355121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386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処理 2</a:t>
            </a:r>
          </a:p>
        </p:txBody>
      </p:sp>
      <p:sp>
        <p:nvSpPr>
          <p:cNvPr id="12" name="shape-87">
            <a:extLst xmlns:a="http://schemas.openxmlformats.org/drawingml/2006/main">
              <a:ext uri="{FF2B5EF4-FFF2-40B4-BE49-F238E27FC236}">
                <a16:creationId xmlns:a16="http://schemas.microsoft.com/office/drawing/2014/main" id="{F9C1B81D-D972-477A-AF81-45497C68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81350"/>
            <a:ext cx="2514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13" name="shape-88">
            <a:extLst xmlns:a="http://schemas.openxmlformats.org/drawingml/2006/main">
              <a:ext uri="{FF2B5EF4-FFF2-40B4-BE49-F238E27FC236}">
                <a16:creationId xmlns:a16="http://schemas.microsoft.com/office/drawing/2014/main" id="{5E102653-3C7A-45C6-BF08-DD39BE3D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00425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出力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19450" y="3381375"/>
            <a:ext cx="1085850" cy="333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8A2DF"/>
            </a:solidFill>
            <a:headEnd type="arrow" w="sm" len="sm"/>
          </a:ln>
        </p:spPr>
      </p:cxnSp>
      <p:cxnSp>
        <p:nvCxnSpPr>
          <p:cNvPr id="33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38290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A2DF"/>
            </a:solidFill>
            <a:headEnd type="arrow" w="sm" len="sm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886700" y="3381375"/>
            <a:ext cx="1104900" cy="333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8A2DF"/>
            </a:solidFill>
            <a:headEnd type="arrow" w="sm" len="sm"/>
          </a:ln>
        </p:spPr>
      </p:cxnSp>
      <p:sp>
        <p:nvSpPr>
          <p:cNvPr id="17" name="shape-89">
            <a:extLst xmlns:a="http://schemas.openxmlformats.org/drawingml/2006/main">
              <a:ext uri="{FF2B5EF4-FFF2-40B4-BE49-F238E27FC236}">
                <a16:creationId xmlns:a16="http://schemas.microsoft.com/office/drawing/2014/main" id="{A336E884-3AF0-4686-B8F7-F27F1BF2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253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入力対象の説明</a:t>
            </a:r>
          </a:p>
        </p:txBody>
      </p:sp>
      <p:sp>
        <p:nvSpPr>
          <p:cNvPr id="18" name="shape-90">
            <a:extLst xmlns:a="http://schemas.openxmlformats.org/drawingml/2006/main">
              <a:ext uri="{FF2B5EF4-FFF2-40B4-BE49-F238E27FC236}">
                <a16:creationId xmlns:a16="http://schemas.microsoft.com/office/drawing/2014/main" id="{7B463A45-D704-4EEA-B598-44AA14B9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24375"/>
            <a:ext cx="251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出力結果の説明</a:t>
            </a:r>
          </a:p>
        </p:txBody>
      </p:sp>
    </p:spTree>
    <p:extLst>
      <p:ext uri="{BB962C8B-B14F-4D97-AF65-F5344CB8AC3E}">
        <p14:creationId xmlns:p14="http://schemas.microsoft.com/office/powerpoint/2010/main" val="8712282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hape-91">
            <a:extLst xmlns:a="http://schemas.openxmlformats.org/drawingml/2006/main">
              <a:ext uri="{FF2B5EF4-FFF2-40B4-BE49-F238E27FC236}">
                <a16:creationId xmlns:a16="http://schemas.microsoft.com/office/drawing/2014/main" id="{EB57270B-F78C-4A46-8AD0-0ABB2783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主要な数値</a:t>
            </a:r>
          </a:p>
        </p:txBody>
      </p:sp>
      <p:sp>
        <p:nvSpPr>
          <p:cNvPr id="2" name="shape-92">
            <a:extLst xmlns:a="http://schemas.openxmlformats.org/drawingml/2006/main">
              <a:ext uri="{FF2B5EF4-FFF2-40B4-BE49-F238E27FC236}">
                <a16:creationId xmlns:a16="http://schemas.microsoft.com/office/drawing/2014/main" id="{91EA2F38-781B-466D-8DDF-F18B2158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93">
            <a:extLst xmlns:a="http://schemas.openxmlformats.org/drawingml/2006/main">
              <a:ext uri="{FF2B5EF4-FFF2-40B4-BE49-F238E27FC236}">
                <a16:creationId xmlns:a16="http://schemas.microsoft.com/office/drawing/2014/main" id="{63B75B35-7FDB-4BDA-8DF3-15B6BA9D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8</a:t>
            </a:r>
          </a:p>
        </p:txBody>
      </p:sp>
      <p:sp>
        <p:nvSpPr>
          <p:cNvPr id="4" name="shape-94">
            <a:extLst xmlns:a="http://schemas.openxmlformats.org/drawingml/2006/main">
              <a:ext uri="{FF2B5EF4-FFF2-40B4-BE49-F238E27FC236}">
                <a16:creationId xmlns:a16="http://schemas.microsoft.com/office/drawing/2014/main" id="{55BE6574-B903-4B44-B1AF-FA079D95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指標 1</a:t>
            </a:r>
          </a:p>
        </p:txBody>
      </p:sp>
      <p:sp>
        <p:nvSpPr>
          <p:cNvPr id="5" name="shape-95">
            <a:extLst xmlns:a="http://schemas.openxmlformats.org/drawingml/2006/main">
              <a:ext uri="{FF2B5EF4-FFF2-40B4-BE49-F238E27FC236}">
                <a16:creationId xmlns:a16="http://schemas.microsoft.com/office/drawing/2014/main" id="{1FBA5014-3B1A-46B6-B509-A6E26333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3429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525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XX%</a:t>
            </a:r>
          </a:p>
        </p:txBody>
      </p:sp>
      <p:sp>
        <p:nvSpPr>
          <p:cNvPr id="6" name="shape-96">
            <a:extLst xmlns:a="http://schemas.openxmlformats.org/drawingml/2006/main">
              <a:ext uri="{FF2B5EF4-FFF2-40B4-BE49-F238E27FC236}">
                <a16:creationId xmlns:a16="http://schemas.microsoft.com/office/drawing/2014/main" id="{DFBCBC6A-5FC5-42F2-B6B1-94FD4689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7" name="shape-97">
            <a:extLst xmlns:a="http://schemas.openxmlformats.org/drawingml/2006/main">
              <a:ext uri="{FF2B5EF4-FFF2-40B4-BE49-F238E27FC236}">
                <a16:creationId xmlns:a16="http://schemas.microsoft.com/office/drawing/2014/main" id="{492EE7BD-71D3-4448-A314-F7779293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対象・期間・条件を記入</a:t>
            </a:r>
          </a:p>
        </p:txBody>
      </p:sp>
      <p:sp>
        <p:nvSpPr>
          <p:cNvPr id="8" name="shape-98">
            <a:extLst xmlns:a="http://schemas.openxmlformats.org/drawingml/2006/main">
              <a:ext uri="{FF2B5EF4-FFF2-40B4-BE49-F238E27FC236}">
                <a16:creationId xmlns:a16="http://schemas.microsoft.com/office/drawing/2014/main" id="{E7FF57D9-9679-49BC-AD97-F4E31A05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812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指標 2</a:t>
            </a:r>
          </a:p>
        </p:txBody>
      </p:sp>
      <p:sp>
        <p:nvSpPr>
          <p:cNvPr id="9" name="shape-99">
            <a:extLst xmlns:a="http://schemas.openxmlformats.org/drawingml/2006/main">
              <a:ext uri="{FF2B5EF4-FFF2-40B4-BE49-F238E27FC236}">
                <a16:creationId xmlns:a16="http://schemas.microsoft.com/office/drawing/2014/main" id="{AE7BCD4E-009D-4B21-B7B7-20617F9A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90850"/>
            <a:ext cx="3429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525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XX件</a:t>
            </a:r>
          </a:p>
        </p:txBody>
      </p:sp>
      <p:sp>
        <p:nvSpPr>
          <p:cNvPr id="10" name="shape-100">
            <a:extLst xmlns:a="http://schemas.openxmlformats.org/drawingml/2006/main">
              <a:ext uri="{FF2B5EF4-FFF2-40B4-BE49-F238E27FC236}">
                <a16:creationId xmlns:a16="http://schemas.microsoft.com/office/drawing/2014/main" id="{A3A57BFE-0E85-4AEC-97E1-09BA1A04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767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11" name="shape-101">
            <a:extLst xmlns:a="http://schemas.openxmlformats.org/drawingml/2006/main">
              <a:ext uri="{FF2B5EF4-FFF2-40B4-BE49-F238E27FC236}">
                <a16:creationId xmlns:a16="http://schemas.microsoft.com/office/drawing/2014/main" id="{6CF8E621-FB83-443C-9CAB-8DB1FABE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8155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対象・期間・条件を記入</a:t>
            </a:r>
          </a:p>
        </p:txBody>
      </p:sp>
      <p:sp>
        <p:nvSpPr>
          <p:cNvPr id="12" name="shape-102">
            <a:extLst xmlns:a="http://schemas.openxmlformats.org/drawingml/2006/main">
              <a:ext uri="{FF2B5EF4-FFF2-40B4-BE49-F238E27FC236}">
                <a16:creationId xmlns:a16="http://schemas.microsoft.com/office/drawing/2014/main" id="{CF268638-7B00-4E23-9CF4-0C38A5BD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812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指標 3</a:t>
            </a:r>
          </a:p>
        </p:txBody>
      </p:sp>
      <p:sp>
        <p:nvSpPr>
          <p:cNvPr id="13" name="shape-103">
            <a:extLst xmlns:a="http://schemas.openxmlformats.org/drawingml/2006/main">
              <a:ext uri="{FF2B5EF4-FFF2-40B4-BE49-F238E27FC236}">
                <a16:creationId xmlns:a16="http://schemas.microsoft.com/office/drawing/2014/main" id="{4D97461E-EC68-4187-82AF-7C994F6F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90850"/>
            <a:ext cx="3429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525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XX秒</a:t>
            </a:r>
          </a:p>
        </p:txBody>
      </p:sp>
      <p:sp>
        <p:nvSpPr>
          <p:cNvPr id="14" name="shape-104">
            <a:extLst xmlns:a="http://schemas.openxmlformats.org/drawingml/2006/main">
              <a:ext uri="{FF2B5EF4-FFF2-40B4-BE49-F238E27FC236}">
                <a16:creationId xmlns:a16="http://schemas.microsoft.com/office/drawing/2014/main" id="{FFB6DC99-130E-4F8F-9ED7-D664F62B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15" name="shape-105">
            <a:extLst xmlns:a="http://schemas.openxmlformats.org/drawingml/2006/main">
              <a:ext uri="{FF2B5EF4-FFF2-40B4-BE49-F238E27FC236}">
                <a16:creationId xmlns:a16="http://schemas.microsoft.com/office/drawing/2014/main" id="{453421DB-726A-40C3-B283-02790E7A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8155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対象・期間・条件を記入</a:t>
            </a:r>
          </a:p>
        </p:txBody>
      </p:sp>
    </p:spTree>
    <p:extLst>
      <p:ext uri="{BB962C8B-B14F-4D97-AF65-F5344CB8AC3E}">
        <p14:creationId xmlns:p14="http://schemas.microsoft.com/office/powerpoint/2010/main" val="4077572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hape-106">
            <a:extLst xmlns:a="http://schemas.openxmlformats.org/drawingml/2006/main">
              <a:ext uri="{FF2B5EF4-FFF2-40B4-BE49-F238E27FC236}">
                <a16:creationId xmlns:a16="http://schemas.microsoft.com/office/drawing/2014/main" id="{04555791-C81E-4CC6-8196-67AF9FE9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条件別の結果</a:t>
            </a:r>
          </a:p>
        </p:txBody>
      </p:sp>
      <p:sp>
        <p:nvSpPr>
          <p:cNvPr id="2" name="shape-107">
            <a:extLst xmlns:a="http://schemas.openxmlformats.org/drawingml/2006/main">
              <a:ext uri="{FF2B5EF4-FFF2-40B4-BE49-F238E27FC236}">
                <a16:creationId xmlns:a16="http://schemas.microsoft.com/office/drawing/2014/main" id="{FECECD2A-094B-4706-9C02-491E2C70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108">
            <a:extLst xmlns:a="http://schemas.openxmlformats.org/drawingml/2006/main">
              <a:ext uri="{FF2B5EF4-FFF2-40B4-BE49-F238E27FC236}">
                <a16:creationId xmlns:a16="http://schemas.microsoft.com/office/drawing/2014/main" id="{5ABB2455-5567-4774-B8E3-A59AE3F1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9</a:t>
            </a:r>
          </a:p>
        </p:txBody>
      </p:sp>
      <p:sp>
        <p:nvSpPr>
          <p:cNvPr id="4" name="shape-109">
            <a:extLst xmlns:a="http://schemas.openxmlformats.org/drawingml/2006/main">
              <a:ext uri="{FF2B5EF4-FFF2-40B4-BE49-F238E27FC236}">
                <a16:creationId xmlns:a16="http://schemas.microsoft.com/office/drawing/2014/main" id="{FDC64961-1E8E-41DA-A5CE-F6220495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サンプル値（実測値ではありません）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85800" y="2314575"/>
          <a:ext xmlns:a="http://schemas.openxmlformats.org/drawingml/2006/main" cx="7048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9e3fac3ffc4337"/>
          </a:graphicData>
        </a:graphic>
      </p:graphicFrame>
      <p:sp>
        <p:nvSpPr>
          <p:cNvPr id="6" name="shape-110">
            <a:extLst xmlns:a="http://schemas.openxmlformats.org/drawingml/2006/main">
              <a:ext uri="{FF2B5EF4-FFF2-40B4-BE49-F238E27FC236}">
                <a16:creationId xmlns:a16="http://schemas.microsoft.com/office/drawing/2014/main" id="{ABCD1EB2-1F4D-41D4-B306-8A1CE5EC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14575"/>
            <a:ext cx="3124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7" name="shape-111">
            <a:extLst xmlns:a="http://schemas.openxmlformats.org/drawingml/2006/main">
              <a:ext uri="{FF2B5EF4-FFF2-40B4-BE49-F238E27FC236}">
                <a16:creationId xmlns:a16="http://schemas.microsoft.com/office/drawing/2014/main" id="{3B0D8F12-54B4-45EC-B964-4459D462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62225"/>
            <a:ext cx="259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読み取り</a:t>
            </a:r>
          </a:p>
        </p:txBody>
      </p:sp>
      <p:sp>
        <p:nvSpPr>
          <p:cNvPr id="8" name="shape-112">
            <a:extLst xmlns:a="http://schemas.openxmlformats.org/drawingml/2006/main">
              <a:ext uri="{FF2B5EF4-FFF2-40B4-BE49-F238E27FC236}">
                <a16:creationId xmlns:a16="http://schemas.microsoft.com/office/drawing/2014/main" id="{36FEE050-D0F8-453E-8B6F-7B416BCC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90900"/>
            <a:ext cx="2590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グラフから分かる</a:t>
            </a:r>
          </a:p>
          <a:p xmlns:a="http://schemas.openxmlformats.org/drawingml/2006/main">
            <a:pPr algn="l">
              <a:defRPr sz="21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ことを短く記入</a:t>
            </a:r>
          </a:p>
        </p:txBody>
      </p:sp>
      <p:sp>
        <p:nvSpPr>
          <p:cNvPr id="9" name="shape-113">
            <a:extLst xmlns:a="http://schemas.openxmlformats.org/drawingml/2006/main">
              <a:ext uri="{FF2B5EF4-FFF2-40B4-BE49-F238E27FC236}">
                <a16:creationId xmlns:a16="http://schemas.microsoft.com/office/drawing/2014/main" id="{FBED1EEA-8729-4767-9BAA-B2358748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単位・測定条件・出典を記入</a:t>
            </a:r>
          </a:p>
        </p:txBody>
      </p:sp>
    </p:spTree>
    <p:extLst>
      <p:ext uri="{BB962C8B-B14F-4D97-AF65-F5344CB8AC3E}">
        <p14:creationId xmlns:p14="http://schemas.microsoft.com/office/powerpoint/2010/main" val="2836207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hape-114">
            <a:extLst xmlns:a="http://schemas.openxmlformats.org/drawingml/2006/main">
              <a:ext uri="{FF2B5EF4-FFF2-40B4-BE49-F238E27FC236}">
                <a16:creationId xmlns:a16="http://schemas.microsoft.com/office/drawing/2014/main" id="{1A587C25-D03A-4F22-894C-178506FC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今後のスケジュール</a:t>
            </a:r>
          </a:p>
        </p:txBody>
      </p:sp>
      <p:sp>
        <p:nvSpPr>
          <p:cNvPr id="2" name="shape-115">
            <a:extLst xmlns:a="http://schemas.openxmlformats.org/drawingml/2006/main">
              <a:ext uri="{FF2B5EF4-FFF2-40B4-BE49-F238E27FC236}">
                <a16:creationId xmlns:a16="http://schemas.microsoft.com/office/drawing/2014/main" id="{2A2D909B-DA17-407D-8352-E57EE3E6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116">
            <a:extLst xmlns:a="http://schemas.openxmlformats.org/drawingml/2006/main">
              <a:ext uri="{FF2B5EF4-FFF2-40B4-BE49-F238E27FC236}">
                <a16:creationId xmlns:a16="http://schemas.microsoft.com/office/drawing/2014/main" id="{6D876102-DFB4-4C6B-84E1-A55C8C4F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4" name="shape-117">
            <a:extLst xmlns:a="http://schemas.openxmlformats.org/drawingml/2006/main">
              <a:ext uri="{FF2B5EF4-FFF2-40B4-BE49-F238E27FC236}">
                <a16:creationId xmlns:a16="http://schemas.microsoft.com/office/drawing/2014/main" id="{B118DC1B-B94A-4D39-A087-D081A69C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3372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5" name="shape-118">
            <a:extLst xmlns:a="http://schemas.openxmlformats.org/drawingml/2006/main">
              <a:ext uri="{FF2B5EF4-FFF2-40B4-BE49-F238E27FC236}">
                <a16:creationId xmlns:a16="http://schemas.microsoft.com/office/drawing/2014/main" id="{014CFC82-D947-43BA-B8EB-E60F6CE3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期間 1</a:t>
            </a:r>
          </a:p>
        </p:txBody>
      </p:sp>
      <p:sp>
        <p:nvSpPr>
          <p:cNvPr id="6" name="shape-119">
            <a:extLst xmlns:a="http://schemas.openxmlformats.org/drawingml/2006/main">
              <a:ext uri="{FF2B5EF4-FFF2-40B4-BE49-F238E27FC236}">
                <a16:creationId xmlns:a16="http://schemas.microsoft.com/office/drawing/2014/main" id="{263E47DD-7781-4B0A-9970-3E7E1175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2DF"/>
          </a:solidFill>
          <a:ln xmlns:a="http://schemas.openxmlformats.org/drawingml/2006/main" w="0">
            <a:noFill/>
          </a:ln>
        </p:spPr>
      </p:sp>
      <p:sp>
        <p:nvSpPr>
          <p:cNvPr id="7" name="shape-120">
            <a:extLst xmlns:a="http://schemas.openxmlformats.org/drawingml/2006/main">
              <a:ext uri="{FF2B5EF4-FFF2-40B4-BE49-F238E27FC236}">
                <a16:creationId xmlns:a16="http://schemas.microsoft.com/office/drawing/2014/main" id="{6D657C86-7CE2-4D2A-8410-08E22D14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533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4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準備</a:t>
            </a:r>
          </a:p>
        </p:txBody>
      </p:sp>
      <p:sp>
        <p:nvSpPr>
          <p:cNvPr id="8" name="shape-121">
            <a:extLst xmlns:a="http://schemas.openxmlformats.org/drawingml/2006/main">
              <a:ext uri="{FF2B5EF4-FFF2-40B4-BE49-F238E27FC236}">
                <a16:creationId xmlns:a16="http://schemas.microsoft.com/office/drawing/2014/main" id="{53D6F241-5926-4431-A87F-91444A37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実施内容を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  <p:sp>
        <p:nvSpPr>
          <p:cNvPr id="9" name="shape-122">
            <a:extLst xmlns:a="http://schemas.openxmlformats.org/drawingml/2006/main">
              <a:ext uri="{FF2B5EF4-FFF2-40B4-BE49-F238E27FC236}">
                <a16:creationId xmlns:a16="http://schemas.microsoft.com/office/drawing/2014/main" id="{F894F3D7-3EB6-47B1-B07A-58C1C8C9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85975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期間 2</a:t>
            </a:r>
          </a:p>
        </p:txBody>
      </p:sp>
      <p:sp>
        <p:nvSpPr>
          <p:cNvPr id="10" name="shape-123">
            <a:extLst xmlns:a="http://schemas.openxmlformats.org/drawingml/2006/main">
              <a:ext uri="{FF2B5EF4-FFF2-40B4-BE49-F238E27FC236}">
                <a16:creationId xmlns:a16="http://schemas.microsoft.com/office/drawing/2014/main" id="{BECB8127-1BAE-444B-85AB-BA3852FC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11" name="shape-124">
            <a:extLst xmlns:a="http://schemas.openxmlformats.org/drawingml/2006/main">
              <a:ext uri="{FF2B5EF4-FFF2-40B4-BE49-F238E27FC236}">
                <a16:creationId xmlns:a16="http://schemas.microsoft.com/office/drawing/2014/main" id="{C1C024DE-CD80-4C3B-9CCF-D0604FCF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19500"/>
            <a:ext cx="2533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4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実験</a:t>
            </a:r>
          </a:p>
        </p:txBody>
      </p:sp>
      <p:sp>
        <p:nvSpPr>
          <p:cNvPr id="12" name="shape-125">
            <a:extLst xmlns:a="http://schemas.openxmlformats.org/drawingml/2006/main">
              <a:ext uri="{FF2B5EF4-FFF2-40B4-BE49-F238E27FC236}">
                <a16:creationId xmlns:a16="http://schemas.microsoft.com/office/drawing/2014/main" id="{FFF3E2B1-C585-4D31-B44C-7782B808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91025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実施内容を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  <p:sp>
        <p:nvSpPr>
          <p:cNvPr id="13" name="shape-126">
            <a:extLst xmlns:a="http://schemas.openxmlformats.org/drawingml/2006/main">
              <a:ext uri="{FF2B5EF4-FFF2-40B4-BE49-F238E27FC236}">
                <a16:creationId xmlns:a16="http://schemas.microsoft.com/office/drawing/2014/main" id="{F7CAC4FF-75B2-453A-BA8C-580096A9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85975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期間 3</a:t>
            </a:r>
          </a:p>
        </p:txBody>
      </p:sp>
      <p:sp>
        <p:nvSpPr>
          <p:cNvPr id="14" name="shape-127">
            <a:extLst xmlns:a="http://schemas.openxmlformats.org/drawingml/2006/main">
              <a:ext uri="{FF2B5EF4-FFF2-40B4-BE49-F238E27FC236}">
                <a16:creationId xmlns:a16="http://schemas.microsoft.com/office/drawing/2014/main" id="{670253C1-93A7-49B4-8758-2BFEA23E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2DF"/>
          </a:solidFill>
          <a:ln xmlns:a="http://schemas.openxmlformats.org/drawingml/2006/main" w="0">
            <a:noFill/>
          </a:ln>
        </p:spPr>
      </p:sp>
      <p:sp>
        <p:nvSpPr>
          <p:cNvPr id="15" name="shape-128">
            <a:extLst xmlns:a="http://schemas.openxmlformats.org/drawingml/2006/main">
              <a:ext uri="{FF2B5EF4-FFF2-40B4-BE49-F238E27FC236}">
                <a16:creationId xmlns:a16="http://schemas.microsoft.com/office/drawing/2014/main" id="{26F44B16-9BE3-48A0-99F6-8F216F1A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19500"/>
            <a:ext cx="2533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4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分析</a:t>
            </a:r>
          </a:p>
        </p:txBody>
      </p:sp>
      <p:sp>
        <p:nvSpPr>
          <p:cNvPr id="16" name="shape-129">
            <a:extLst xmlns:a="http://schemas.openxmlformats.org/drawingml/2006/main">
              <a:ext uri="{FF2B5EF4-FFF2-40B4-BE49-F238E27FC236}">
                <a16:creationId xmlns:a16="http://schemas.microsoft.com/office/drawing/2014/main" id="{FD370282-5B11-4E78-A0CF-EA5F0E65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91025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実施内容を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  <p:sp>
        <p:nvSpPr>
          <p:cNvPr id="17" name="shape-130">
            <a:extLst xmlns:a="http://schemas.openxmlformats.org/drawingml/2006/main">
              <a:ext uri="{FF2B5EF4-FFF2-40B4-BE49-F238E27FC236}">
                <a16:creationId xmlns:a16="http://schemas.microsoft.com/office/drawing/2014/main" id="{95DC692E-898B-4AC9-83AF-434518C6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85975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期間 4</a:t>
            </a:r>
          </a:p>
        </p:txBody>
      </p:sp>
      <p:sp>
        <p:nvSpPr>
          <p:cNvPr id="18" name="shape-131">
            <a:extLst xmlns:a="http://schemas.openxmlformats.org/drawingml/2006/main">
              <a:ext uri="{FF2B5EF4-FFF2-40B4-BE49-F238E27FC236}">
                <a16:creationId xmlns:a16="http://schemas.microsoft.com/office/drawing/2014/main" id="{67F6B21C-C3BC-4DCA-ADA7-659A09DB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2DF"/>
          </a:solidFill>
          <a:ln xmlns:a="http://schemas.openxmlformats.org/drawingml/2006/main" w="0">
            <a:noFill/>
          </a:ln>
        </p:spPr>
      </p:sp>
      <p:sp>
        <p:nvSpPr>
          <p:cNvPr id="19" name="shape-132">
            <a:extLst xmlns:a="http://schemas.openxmlformats.org/drawingml/2006/main">
              <a:ext uri="{FF2B5EF4-FFF2-40B4-BE49-F238E27FC236}">
                <a16:creationId xmlns:a16="http://schemas.microsoft.com/office/drawing/2014/main" id="{F8F3C6F9-D53B-4244-9BFF-0F13B34C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19500"/>
            <a:ext cx="2533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4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報告</a:t>
            </a:r>
          </a:p>
        </p:txBody>
      </p:sp>
      <p:sp>
        <p:nvSpPr>
          <p:cNvPr id="20" name="shape-133">
            <a:extLst xmlns:a="http://schemas.openxmlformats.org/drawingml/2006/main">
              <a:ext uri="{FF2B5EF4-FFF2-40B4-BE49-F238E27FC236}">
                <a16:creationId xmlns:a16="http://schemas.microsoft.com/office/drawing/2014/main" id="{452C4DBE-94C6-44BD-8357-699CA470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91025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実施内容を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</p:spTree>
    <p:extLst>
      <p:ext uri="{BB962C8B-B14F-4D97-AF65-F5344CB8AC3E}">
        <p14:creationId xmlns:p14="http://schemas.microsoft.com/office/powerpoint/2010/main" val="3069450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hape-134">
            <a:extLst xmlns:a="http://schemas.openxmlformats.org/drawingml/2006/main">
              <a:ext uri="{FF2B5EF4-FFF2-40B4-BE49-F238E27FC236}">
                <a16:creationId xmlns:a16="http://schemas.microsoft.com/office/drawing/2014/main" id="{819988FB-43BD-4B70-BB6E-F8FB4B2D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まとめ・相談事項</a:t>
            </a:r>
          </a:p>
        </p:txBody>
      </p:sp>
      <p:sp>
        <p:nvSpPr>
          <p:cNvPr id="2" name="shape-135">
            <a:extLst xmlns:a="http://schemas.openxmlformats.org/drawingml/2006/main">
              <a:ext uri="{FF2B5EF4-FFF2-40B4-BE49-F238E27FC236}">
                <a16:creationId xmlns:a16="http://schemas.microsoft.com/office/drawing/2014/main" id="{7E8D6ECD-CCA8-4BC9-97A4-8665A96C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136">
            <a:extLst xmlns:a="http://schemas.openxmlformats.org/drawingml/2006/main">
              <a:ext uri="{FF2B5EF4-FFF2-40B4-BE49-F238E27FC236}">
                <a16:creationId xmlns:a16="http://schemas.microsoft.com/office/drawing/2014/main" id="{DA46B2DB-A6C3-4B64-A8F8-1AF4D854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sp>
        <p:nvSpPr>
          <p:cNvPr id="4" name="shape-137">
            <a:extLst xmlns:a="http://schemas.openxmlformats.org/drawingml/2006/main">
              <a:ext uri="{FF2B5EF4-FFF2-40B4-BE49-F238E27FC236}">
                <a16:creationId xmlns:a16="http://schemas.microsoft.com/office/drawing/2014/main" id="{33022526-EC12-4C74-BDB1-C0BEBEED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5" name="shape-138">
            <a:extLst xmlns:a="http://schemas.openxmlformats.org/drawingml/2006/main">
              <a:ext uri="{FF2B5EF4-FFF2-40B4-BE49-F238E27FC236}">
                <a16:creationId xmlns:a16="http://schemas.microsoft.com/office/drawing/2014/main" id="{DE2669AC-92BA-43BA-9825-66361F42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52675"/>
            <a:ext cx="1013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今日伝えたい結論を1文で</a:t>
            </a:r>
          </a:p>
        </p:txBody>
      </p:sp>
      <p:sp>
        <p:nvSpPr>
          <p:cNvPr id="6" name="shape-139">
            <a:extLst xmlns:a="http://schemas.openxmlformats.org/drawingml/2006/main">
              <a:ext uri="{FF2B5EF4-FFF2-40B4-BE49-F238E27FC236}">
                <a16:creationId xmlns:a16="http://schemas.microsoft.com/office/drawing/2014/main" id="{5EC4D2B2-62FB-4343-941B-B23199CF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相談事項 1</a:t>
            </a:r>
          </a:p>
        </p:txBody>
      </p:sp>
      <p:sp>
        <p:nvSpPr>
          <p:cNvPr id="7" name="shape-140">
            <a:extLst xmlns:a="http://schemas.openxmlformats.org/drawingml/2006/main">
              <a:ext uri="{FF2B5EF4-FFF2-40B4-BE49-F238E27FC236}">
                <a16:creationId xmlns:a16="http://schemas.microsoft.com/office/drawing/2014/main" id="{35AAE007-CF57-4CBB-9E2B-9BD60E1D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確認したいことを短く記入</a:t>
            </a:r>
          </a:p>
        </p:txBody>
      </p:sp>
      <p:sp>
        <p:nvSpPr>
          <p:cNvPr id="8" name="shape-141">
            <a:extLst xmlns:a="http://schemas.openxmlformats.org/drawingml/2006/main">
              <a:ext uri="{FF2B5EF4-FFF2-40B4-BE49-F238E27FC236}">
                <a16:creationId xmlns:a16="http://schemas.microsoft.com/office/drawing/2014/main" id="{FF3ECA6E-69C6-403B-8265-CC7EC99D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510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相談事項 2</a:t>
            </a:r>
          </a:p>
        </p:txBody>
      </p:sp>
      <p:sp>
        <p:nvSpPr>
          <p:cNvPr id="9" name="shape-142">
            <a:extLst xmlns:a="http://schemas.openxmlformats.org/drawingml/2006/main">
              <a:ext uri="{FF2B5EF4-FFF2-40B4-BE49-F238E27FC236}">
                <a16:creationId xmlns:a16="http://schemas.microsoft.com/office/drawing/2014/main" id="{CE017536-6909-4E67-B05E-2FF7C340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0100"/>
            <a:ext cx="5105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助言が欲しい点を短く記入</a:t>
            </a:r>
          </a:p>
        </p:txBody>
      </p:sp>
    </p:spTree>
    <p:extLst>
      <p:ext uri="{BB962C8B-B14F-4D97-AF65-F5344CB8AC3E}">
        <p14:creationId xmlns:p14="http://schemas.microsoft.com/office/powerpoint/2010/main" val="17985581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hape-143">
            <a:extLst xmlns:a="http://schemas.openxmlformats.org/drawingml/2006/main">
              <a:ext uri="{FF2B5EF4-FFF2-40B4-BE49-F238E27FC236}">
                <a16:creationId xmlns:a16="http://schemas.microsoft.com/office/drawing/2014/main" id="{2A159114-7A57-4039-A55B-43A2EE96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テンプレートの使い方</a:t>
            </a:r>
          </a:p>
        </p:txBody>
      </p:sp>
      <p:sp>
        <p:nvSpPr>
          <p:cNvPr id="2" name="shape-144">
            <a:extLst xmlns:a="http://schemas.openxmlformats.org/drawingml/2006/main">
              <a:ext uri="{FF2B5EF4-FFF2-40B4-BE49-F238E27FC236}">
                <a16:creationId xmlns:a16="http://schemas.microsoft.com/office/drawing/2014/main" id="{EA4AA026-61A8-4705-825B-C1E349EA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145">
            <a:extLst xmlns:a="http://schemas.openxmlformats.org/drawingml/2006/main">
              <a:ext uri="{FF2B5EF4-FFF2-40B4-BE49-F238E27FC236}">
                <a16:creationId xmlns:a16="http://schemas.microsoft.com/office/drawing/2014/main" id="{16EEFDFC-6DFB-4759-83D2-1CDD97AC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sp>
        <p:nvSpPr>
          <p:cNvPr id="4" name="shape-146">
            <a:extLst xmlns:a="http://schemas.openxmlformats.org/drawingml/2006/main">
              <a:ext uri="{FF2B5EF4-FFF2-40B4-BE49-F238E27FC236}">
                <a16:creationId xmlns:a16="http://schemas.microsoft.com/office/drawing/2014/main" id="{39DA0405-E793-4E8D-B181-8D64856F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配色</a:t>
            </a:r>
          </a:p>
        </p:txBody>
      </p:sp>
      <p:sp>
        <p:nvSpPr>
          <p:cNvPr id="5" name="shape-147">
            <a:extLst xmlns:a="http://schemas.openxmlformats.org/drawingml/2006/main">
              <a:ext uri="{FF2B5EF4-FFF2-40B4-BE49-F238E27FC236}">
                <a16:creationId xmlns:a16="http://schemas.microsoft.com/office/drawing/2014/main" id="{12D94E10-E290-4047-B751-E7619C06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742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6" name="shape-148">
            <a:extLst xmlns:a="http://schemas.openxmlformats.org/drawingml/2006/main">
              <a:ext uri="{FF2B5EF4-FFF2-40B4-BE49-F238E27FC236}">
                <a16:creationId xmlns:a16="http://schemas.microsoft.com/office/drawing/2014/main" id="{01126A30-9D17-4645-A98F-C29D5153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白</a:t>
            </a:r>
          </a:p>
        </p:txBody>
      </p:sp>
      <p:sp>
        <p:nvSpPr>
          <p:cNvPr id="7" name="shape-149">
            <a:extLst xmlns:a="http://schemas.openxmlformats.org/drawingml/2006/main">
              <a:ext uri="{FF2B5EF4-FFF2-40B4-BE49-F238E27FC236}">
                <a16:creationId xmlns:a16="http://schemas.microsoft.com/office/drawing/2014/main" id="{2B1F70B8-7EBD-4BB0-88F2-35B487D0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95575"/>
            <a:ext cx="742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B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8" name="shape-150">
            <a:extLst xmlns:a="http://schemas.openxmlformats.org/drawingml/2006/main">
              <a:ext uri="{FF2B5EF4-FFF2-40B4-BE49-F238E27FC236}">
                <a16:creationId xmlns:a16="http://schemas.microsoft.com/office/drawing/2014/main" id="{6AD8349B-7B07-45EC-BE92-5D4CCDF7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71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本文</a:t>
            </a:r>
          </a:p>
        </p:txBody>
      </p:sp>
      <p:sp>
        <p:nvSpPr>
          <p:cNvPr id="9" name="shape-151">
            <a:extLst xmlns:a="http://schemas.openxmlformats.org/drawingml/2006/main">
              <a:ext uri="{FF2B5EF4-FFF2-40B4-BE49-F238E27FC236}">
                <a16:creationId xmlns:a16="http://schemas.microsoft.com/office/drawing/2014/main" id="{856E887C-FDD2-4C50-998A-A7AF32BC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95575"/>
            <a:ext cx="742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480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10" name="shape-152">
            <a:extLst xmlns:a="http://schemas.openxmlformats.org/drawingml/2006/main">
              <a:ext uri="{FF2B5EF4-FFF2-40B4-BE49-F238E27FC236}">
                <a16:creationId xmlns:a16="http://schemas.microsoft.com/office/drawing/2014/main" id="{7FFD04FB-E859-46F1-855D-858777C2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71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補足</a:t>
            </a:r>
          </a:p>
        </p:txBody>
      </p:sp>
      <p:sp>
        <p:nvSpPr>
          <p:cNvPr id="11" name="shape-153">
            <a:extLst xmlns:a="http://schemas.openxmlformats.org/drawingml/2006/main">
              <a:ext uri="{FF2B5EF4-FFF2-40B4-BE49-F238E27FC236}">
                <a16:creationId xmlns:a16="http://schemas.microsoft.com/office/drawing/2014/main" id="{EF1D5537-557F-4DB3-9A64-97CCB7BF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95575"/>
            <a:ext cx="742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12" name="shape-154">
            <a:extLst xmlns:a="http://schemas.openxmlformats.org/drawingml/2006/main">
              <a:ext uri="{FF2B5EF4-FFF2-40B4-BE49-F238E27FC236}">
                <a16:creationId xmlns:a16="http://schemas.microsoft.com/office/drawing/2014/main" id="{B0522EAC-3631-43B8-9BAE-C1FA9AA0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1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紫</a:t>
            </a:r>
          </a:p>
        </p:txBody>
      </p:sp>
      <p:sp>
        <p:nvSpPr>
          <p:cNvPr id="13" name="shape-155">
            <a:extLst xmlns:a="http://schemas.openxmlformats.org/drawingml/2006/main">
              <a:ext uri="{FF2B5EF4-FFF2-40B4-BE49-F238E27FC236}">
                <a16:creationId xmlns:a16="http://schemas.microsoft.com/office/drawing/2014/main" id="{BB98FE76-026A-49BE-B415-48B9FD85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95575"/>
            <a:ext cx="742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14" name="shape-156">
            <a:extLst xmlns:a="http://schemas.openxmlformats.org/drawingml/2006/main">
              <a:ext uri="{FF2B5EF4-FFF2-40B4-BE49-F238E27FC236}">
                <a16:creationId xmlns:a16="http://schemas.microsoft.com/office/drawing/2014/main" id="{CE188ADB-2C84-40C5-AABE-0B526841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71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淡紫</a:t>
            </a:r>
          </a:p>
        </p:txBody>
      </p:sp>
      <p:sp>
        <p:nvSpPr>
          <p:cNvPr id="15" name="shape-157">
            <a:extLst xmlns:a="http://schemas.openxmlformats.org/drawingml/2006/main">
              <a:ext uri="{FF2B5EF4-FFF2-40B4-BE49-F238E27FC236}">
                <a16:creationId xmlns:a16="http://schemas.microsoft.com/office/drawing/2014/main" id="{C2FF3528-BDDB-4F62-B3A5-BB1BB732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7167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余白と文字</a:t>
            </a:r>
          </a:p>
        </p:txBody>
      </p:sp>
      <p:sp>
        <p:nvSpPr>
          <p:cNvPr id="16" name="shape-158">
            <a:extLst xmlns:a="http://schemas.openxmlformats.org/drawingml/2006/main">
              <a:ext uri="{FF2B5EF4-FFF2-40B4-BE49-F238E27FC236}">
                <a16:creationId xmlns:a16="http://schemas.microsoft.com/office/drawing/2014/main" id="{9491A815-8504-4429-9B7F-86F61E96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57475"/>
            <a:ext cx="51054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左右の余白 72 px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見出し 28.5 pt / 本文 18–21 pt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フォント Meiryo / 比率 16:9</a:t>
            </a:r>
          </a:p>
        </p:txBody>
      </p:sp>
      <p:sp>
        <p:nvSpPr>
          <p:cNvPr id="17" name="shape-159">
            <a:extLst xmlns:a="http://schemas.openxmlformats.org/drawingml/2006/main">
              <a:ext uri="{FF2B5EF4-FFF2-40B4-BE49-F238E27FC236}">
                <a16:creationId xmlns:a16="http://schemas.microsoft.com/office/drawing/2014/main" id="{C3ADBA8F-5669-4A3E-99ED-3EE3C72A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18" name="shape-160">
            <a:extLst xmlns:a="http://schemas.openxmlformats.org/drawingml/2006/main">
              <a:ext uri="{FF2B5EF4-FFF2-40B4-BE49-F238E27FC236}">
                <a16:creationId xmlns:a16="http://schemas.microsoft.com/office/drawing/2014/main" id="{A3E88DA5-AFCB-4EB8-94BB-99096FBC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必要なページを複製して、見本文字を差し替え</a:t>
            </a:r>
          </a:p>
        </p:txBody>
      </p:sp>
      <p:sp>
        <p:nvSpPr>
          <p:cNvPr id="19" name="shape-161">
            <a:extLst xmlns:a="http://schemas.openxmlformats.org/drawingml/2006/main">
              <a:ext uri="{FF2B5EF4-FFF2-40B4-BE49-F238E27FC236}">
                <a16:creationId xmlns:a16="http://schemas.microsoft.com/office/drawing/2014/main" id="{8554F93D-8E00-446B-9777-18226E56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1枚に1メッセージ。説明は短く、図解は大きく。</a:t>
            </a:r>
          </a:p>
        </p:txBody>
      </p:sp>
    </p:spTree>
    <p:extLst>
      <p:ext uri="{BB962C8B-B14F-4D97-AF65-F5344CB8AC3E}">
        <p14:creationId xmlns:p14="http://schemas.microsoft.com/office/powerpoint/2010/main" val="16540667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2026-10-05T13:07:29.4580000Z</dcterms:created>
  <dcterms:modified xsi:type="dcterms:W3CDTF">2026-10-05T13:07:29.4580000Z</dcterms:modified>
</coreProperties>
</file>